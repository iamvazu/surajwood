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Hedvig Letters Sans" charset="-122" pitchFamily="34"/>
      <p:regular r:id="rId19"/>
    </p:embeddedFont>
    <p:embeddedFont>
      <p:font typeface="Quattrocento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ond5.com/89a4e728c8a5128d50c28bab6b5d25d6cabb1f9e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6B7A8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" name="Text 2"/>
          <p:cNvSpPr/>
          <p:nvPr/>
        </p:nvSpPr>
        <p:spPr>
          <a:xfrm>
            <a:off x="556320" y="7810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Z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500" y="7810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135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ZeroTo1 Academy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85950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Code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Congress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290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171950"/>
            <a:ext cx="8677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Elite CAC Accelerator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667250"/>
            <a:ext cx="862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April–December 2026 Residency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3381" y="58388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2" name="Text 9"/>
          <p:cNvSpPr/>
          <p:nvPr/>
        </p:nvSpPr>
        <p:spPr>
          <a:xfrm>
            <a:off x="671513" y="58102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20 Seats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31628" y="5838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4" name="Text 11"/>
          <p:cNvSpPr/>
          <p:nvPr/>
        </p:nvSpPr>
        <p:spPr>
          <a:xfrm>
            <a:off x="2109043" y="581025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Grades 6–12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719495" y="5676900"/>
            <a:ext cx="1095375" cy="495300"/>
          </a:xfrm>
          <a:custGeom>
            <a:avLst/>
            <a:gdLst/>
            <a:ahLst/>
            <a:cxnLst/>
            <a:rect l="l" t="t" r="r" b="b"/>
            <a:pathLst>
              <a:path w="1095375" h="495300">
                <a:moveTo>
                  <a:pt x="0" y="0"/>
                </a:moveTo>
                <a:lnTo>
                  <a:pt x="1095375" y="0"/>
                </a:lnTo>
                <a:lnTo>
                  <a:pt x="109537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6" name="Text 13"/>
          <p:cNvSpPr/>
          <p:nvPr/>
        </p:nvSpPr>
        <p:spPr>
          <a:xfrm>
            <a:off x="10948095" y="5829300"/>
            <a:ext cx="720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$197/mo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America's Premier Youth Coding Competition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2390775" cy="1028700"/>
          </a:xfrm>
          <a:custGeom>
            <a:avLst/>
            <a:gdLst/>
            <a:ahLst/>
            <a:cxnLst/>
            <a:rect l="l" t="t" r="r" b="b"/>
            <a:pathLst>
              <a:path w="2390775" h="1028700">
                <a:moveTo>
                  <a:pt x="0" y="0"/>
                </a:moveTo>
                <a:lnTo>
                  <a:pt x="2390775" y="0"/>
                </a:lnTo>
                <a:lnTo>
                  <a:pt x="239077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447800"/>
            <a:ext cx="2162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13,830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9050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65400" y="1257300"/>
            <a:ext cx="2390775" cy="1028700"/>
          </a:xfrm>
          <a:custGeom>
            <a:avLst/>
            <a:gdLst/>
            <a:ahLst/>
            <a:cxnLst/>
            <a:rect l="l" t="t" r="r" b="b"/>
            <a:pathLst>
              <a:path w="2390775" h="1028700">
                <a:moveTo>
                  <a:pt x="0" y="0"/>
                </a:moveTo>
                <a:lnTo>
                  <a:pt x="2390775" y="0"/>
                </a:lnTo>
                <a:lnTo>
                  <a:pt x="239077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9" name="Shape 7"/>
          <p:cNvSpPr/>
          <p:nvPr/>
        </p:nvSpPr>
        <p:spPr>
          <a:xfrm>
            <a:off x="2965400" y="125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0" name="Text 8"/>
          <p:cNvSpPr/>
          <p:nvPr/>
        </p:nvSpPr>
        <p:spPr>
          <a:xfrm>
            <a:off x="3174950" y="1447800"/>
            <a:ext cx="2162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4,650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4950" y="19050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Apps Submitted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30751" y="1257300"/>
            <a:ext cx="2390775" cy="1028700"/>
          </a:xfrm>
          <a:custGeom>
            <a:avLst/>
            <a:gdLst/>
            <a:ahLst/>
            <a:cxnLst/>
            <a:rect l="l" t="t" r="r" b="b"/>
            <a:pathLst>
              <a:path w="2390775" h="1028700">
                <a:moveTo>
                  <a:pt x="0" y="0"/>
                </a:moveTo>
                <a:lnTo>
                  <a:pt x="2390775" y="0"/>
                </a:lnTo>
                <a:lnTo>
                  <a:pt x="239077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0751" y="125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4" name="Text 12"/>
          <p:cNvSpPr/>
          <p:nvPr/>
        </p:nvSpPr>
        <p:spPr>
          <a:xfrm>
            <a:off x="5740301" y="1447800"/>
            <a:ext cx="2162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40301" y="19050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Congress Districts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2514600"/>
            <a:ext cx="7543800" cy="3962400"/>
          </a:xfrm>
          <a:custGeom>
            <a:avLst/>
            <a:gdLst/>
            <a:ahLst/>
            <a:cxnLst/>
            <a:rect l="l" t="t" r="r" b="b"/>
            <a:pathLst>
              <a:path w="7543800" h="3962400">
                <a:moveTo>
                  <a:pt x="0" y="0"/>
                </a:moveTo>
                <a:lnTo>
                  <a:pt x="7543800" y="0"/>
                </a:lnTo>
                <a:lnTo>
                  <a:pt x="754380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2743200"/>
            <a:ext cx="720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Winners Receive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20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" y="3314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051" y="1518"/>
                </a:moveTo>
                <a:cubicBezTo>
                  <a:pt x="74176" y="-506"/>
                  <a:pt x="78224" y="-506"/>
                  <a:pt x="81349" y="1518"/>
                </a:cubicBezTo>
                <a:lnTo>
                  <a:pt x="148024" y="44381"/>
                </a:lnTo>
                <a:cubicBezTo>
                  <a:pt x="151567" y="46673"/>
                  <a:pt x="153204" y="51018"/>
                  <a:pt x="152013" y="55066"/>
                </a:cubicBezTo>
                <a:cubicBezTo>
                  <a:pt x="150822" y="59115"/>
                  <a:pt x="147102" y="61912"/>
                  <a:pt x="142875" y="61912"/>
                </a:cubicBezTo>
                <a:lnTo>
                  <a:pt x="133350" y="61912"/>
                </a:lnTo>
                <a:lnTo>
                  <a:pt x="133350" y="123825"/>
                </a:lnTo>
                <a:lnTo>
                  <a:pt x="148590" y="135255"/>
                </a:lnTo>
                <a:cubicBezTo>
                  <a:pt x="151001" y="137041"/>
                  <a:pt x="152400" y="139869"/>
                  <a:pt x="152400" y="142875"/>
                </a:cubicBezTo>
                <a:cubicBezTo>
                  <a:pt x="152400" y="148144"/>
                  <a:pt x="148144" y="152400"/>
                  <a:pt x="142875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ubicBezTo>
                  <a:pt x="0" y="139869"/>
                  <a:pt x="1399" y="137041"/>
                  <a:pt x="3810" y="135255"/>
                </a:cubicBezTo>
                <a:lnTo>
                  <a:pt x="19050" y="123825"/>
                </a:lnTo>
                <a:lnTo>
                  <a:pt x="19050" y="123825"/>
                </a:lnTo>
                <a:lnTo>
                  <a:pt x="19050" y="61912"/>
                </a:lnTo>
                <a:lnTo>
                  <a:pt x="9525" y="61912"/>
                </a:lnTo>
                <a:cubicBezTo>
                  <a:pt x="5298" y="61912"/>
                  <a:pt x="1578" y="59115"/>
                  <a:pt x="387" y="55066"/>
                </a:cubicBezTo>
                <a:cubicBezTo>
                  <a:pt x="-804" y="51018"/>
                  <a:pt x="833" y="46643"/>
                  <a:pt x="4376" y="44381"/>
                </a:cubicBezTo>
                <a:lnTo>
                  <a:pt x="71051" y="1518"/>
                </a:lnTo>
                <a:close/>
                <a:moveTo>
                  <a:pt x="100013" y="61912"/>
                </a:moveTo>
                <a:lnTo>
                  <a:pt x="100013" y="123825"/>
                </a:lnTo>
                <a:lnTo>
                  <a:pt x="119062" y="123825"/>
                </a:lnTo>
                <a:lnTo>
                  <a:pt x="119062" y="61912"/>
                </a:lnTo>
                <a:lnTo>
                  <a:pt x="100013" y="61912"/>
                </a:lnTo>
                <a:close/>
                <a:moveTo>
                  <a:pt x="66675" y="123825"/>
                </a:moveTo>
                <a:lnTo>
                  <a:pt x="85725" y="123825"/>
                </a:lnTo>
                <a:lnTo>
                  <a:pt x="85725" y="61912"/>
                </a:lnTo>
                <a:lnTo>
                  <a:pt x="66675" y="61912"/>
                </a:lnTo>
                <a:lnTo>
                  <a:pt x="66675" y="123825"/>
                </a:lnTo>
                <a:close/>
                <a:moveTo>
                  <a:pt x="33338" y="61912"/>
                </a:moveTo>
                <a:lnTo>
                  <a:pt x="33338" y="123825"/>
                </a:lnTo>
                <a:lnTo>
                  <a:pt x="52388" y="123825"/>
                </a:lnTo>
                <a:lnTo>
                  <a:pt x="52388" y="61912"/>
                </a:lnTo>
                <a:lnTo>
                  <a:pt x="33338" y="61912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2004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U.S. Capitol Display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467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Winning apps featured in the Capitol Building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6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3425" y="3924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30420"/>
                </a:lnTo>
                <a:lnTo>
                  <a:pt x="120045" y="35243"/>
                </a:lnTo>
                <a:cubicBezTo>
                  <a:pt x="107305" y="39886"/>
                  <a:pt x="93256" y="39380"/>
                  <a:pt x="80873" y="33873"/>
                </a:cubicBezTo>
                <a:lnTo>
                  <a:pt x="76081" y="31730"/>
                </a:lnTo>
                <a:cubicBezTo>
                  <a:pt x="70039" y="29051"/>
                  <a:pt x="63639" y="27355"/>
                  <a:pt x="57150" y="26700"/>
                </a:cubicBezTo>
                <a:lnTo>
                  <a:pt x="57150" y="36284"/>
                </a:lnTo>
                <a:cubicBezTo>
                  <a:pt x="62329" y="36909"/>
                  <a:pt x="67389" y="38279"/>
                  <a:pt x="72211" y="40422"/>
                </a:cubicBezTo>
                <a:lnTo>
                  <a:pt x="77004" y="42565"/>
                </a:lnTo>
                <a:cubicBezTo>
                  <a:pt x="91648" y="49084"/>
                  <a:pt x="108258" y="49649"/>
                  <a:pt x="123319" y="44172"/>
                </a:cubicBezTo>
                <a:lnTo>
                  <a:pt x="133350" y="40511"/>
                </a:lnTo>
                <a:lnTo>
                  <a:pt x="133350" y="58966"/>
                </a:lnTo>
                <a:lnTo>
                  <a:pt x="120045" y="63788"/>
                </a:lnTo>
                <a:cubicBezTo>
                  <a:pt x="107305" y="68431"/>
                  <a:pt x="93256" y="67925"/>
                  <a:pt x="80873" y="62419"/>
                </a:cubicBezTo>
                <a:lnTo>
                  <a:pt x="76081" y="60275"/>
                </a:lnTo>
                <a:cubicBezTo>
                  <a:pt x="64115" y="54947"/>
                  <a:pt x="50780" y="53578"/>
                  <a:pt x="37951" y="56317"/>
                </a:cubicBezTo>
                <a:lnTo>
                  <a:pt x="19050" y="60365"/>
                </a:lnTo>
                <a:lnTo>
                  <a:pt x="19050" y="70098"/>
                </a:lnTo>
                <a:lnTo>
                  <a:pt x="39945" y="65603"/>
                </a:lnTo>
                <a:cubicBezTo>
                  <a:pt x="50780" y="63282"/>
                  <a:pt x="62061" y="64443"/>
                  <a:pt x="72211" y="68967"/>
                </a:cubicBezTo>
                <a:lnTo>
                  <a:pt x="77004" y="71110"/>
                </a:lnTo>
                <a:cubicBezTo>
                  <a:pt x="91648" y="77629"/>
                  <a:pt x="108258" y="78194"/>
                  <a:pt x="123319" y="72717"/>
                </a:cubicBezTo>
                <a:lnTo>
                  <a:pt x="133350" y="69056"/>
                </a:lnTo>
                <a:lnTo>
                  <a:pt x="133350" y="87481"/>
                </a:lnTo>
                <a:lnTo>
                  <a:pt x="120045" y="92303"/>
                </a:lnTo>
                <a:cubicBezTo>
                  <a:pt x="107305" y="96947"/>
                  <a:pt x="93256" y="96441"/>
                  <a:pt x="80873" y="90934"/>
                </a:cubicBezTo>
                <a:lnTo>
                  <a:pt x="76081" y="88791"/>
                </a:lnTo>
                <a:cubicBezTo>
                  <a:pt x="64115" y="83463"/>
                  <a:pt x="50780" y="82094"/>
                  <a:pt x="37951" y="84832"/>
                </a:cubicBezTo>
                <a:lnTo>
                  <a:pt x="19050" y="88880"/>
                </a:lnTo>
                <a:lnTo>
                  <a:pt x="19050" y="98614"/>
                </a:lnTo>
                <a:lnTo>
                  <a:pt x="39945" y="94119"/>
                </a:lnTo>
                <a:cubicBezTo>
                  <a:pt x="50780" y="91797"/>
                  <a:pt x="62061" y="92958"/>
                  <a:pt x="72211" y="97482"/>
                </a:cubicBezTo>
                <a:lnTo>
                  <a:pt x="77004" y="99626"/>
                </a:lnTo>
                <a:cubicBezTo>
                  <a:pt x="91648" y="106144"/>
                  <a:pt x="108258" y="106710"/>
                  <a:pt x="123319" y="101233"/>
                </a:cubicBezTo>
                <a:lnTo>
                  <a:pt x="133350" y="97572"/>
                </a:lnTo>
                <a:lnTo>
                  <a:pt x="133350" y="107543"/>
                </a:lnTo>
                <a:cubicBezTo>
                  <a:pt x="133350" y="111502"/>
                  <a:pt x="130879" y="115074"/>
                  <a:pt x="127159" y="116473"/>
                </a:cubicBezTo>
                <a:lnTo>
                  <a:pt x="116830" y="120342"/>
                </a:lnTo>
                <a:cubicBezTo>
                  <a:pt x="103078" y="125492"/>
                  <a:pt x="87779" y="124688"/>
                  <a:pt x="74652" y="118140"/>
                </a:cubicBezTo>
                <a:cubicBezTo>
                  <a:pt x="63371" y="112484"/>
                  <a:pt x="50423" y="111085"/>
                  <a:pt x="38189" y="114151"/>
                </a:cubicBezTo>
                <a:lnTo>
                  <a:pt x="19050" y="119062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33338" y="28575"/>
                </a:moveTo>
                <a:cubicBezTo>
                  <a:pt x="33338" y="25947"/>
                  <a:pt x="31203" y="23813"/>
                  <a:pt x="28575" y="23813"/>
                </a:cubicBezTo>
                <a:cubicBezTo>
                  <a:pt x="25947" y="23813"/>
                  <a:pt x="23813" y="25947"/>
                  <a:pt x="23813" y="28575"/>
                </a:cubicBezTo>
                <a:cubicBezTo>
                  <a:pt x="23813" y="31203"/>
                  <a:pt x="25947" y="33338"/>
                  <a:pt x="28575" y="33338"/>
                </a:cubicBezTo>
                <a:cubicBezTo>
                  <a:pt x="31203" y="33338"/>
                  <a:pt x="33338" y="31203"/>
                  <a:pt x="33338" y="28575"/>
                </a:cubicBezTo>
                <a:close/>
                <a:moveTo>
                  <a:pt x="42863" y="28575"/>
                </a:moveTo>
                <a:cubicBezTo>
                  <a:pt x="45491" y="28575"/>
                  <a:pt x="47625" y="26441"/>
                  <a:pt x="47625" y="23813"/>
                </a:cubicBezTo>
                <a:cubicBezTo>
                  <a:pt x="47625" y="21184"/>
                  <a:pt x="45491" y="19050"/>
                  <a:pt x="42863" y="19050"/>
                </a:cubicBezTo>
                <a:cubicBezTo>
                  <a:pt x="40234" y="19050"/>
                  <a:pt x="38100" y="21184"/>
                  <a:pt x="38100" y="23813"/>
                </a:cubicBezTo>
                <a:cubicBezTo>
                  <a:pt x="38100" y="26441"/>
                  <a:pt x="40234" y="28575"/>
                  <a:pt x="42863" y="28575"/>
                </a:cubicBezTo>
                <a:close/>
                <a:moveTo>
                  <a:pt x="33338" y="42863"/>
                </a:moveTo>
                <a:cubicBezTo>
                  <a:pt x="33338" y="40234"/>
                  <a:pt x="31203" y="38100"/>
                  <a:pt x="28575" y="38100"/>
                </a:cubicBezTo>
                <a:cubicBezTo>
                  <a:pt x="25947" y="38100"/>
                  <a:pt x="23813" y="40234"/>
                  <a:pt x="23813" y="42863"/>
                </a:cubicBezTo>
                <a:cubicBezTo>
                  <a:pt x="23813" y="45491"/>
                  <a:pt x="25947" y="47625"/>
                  <a:pt x="28575" y="47625"/>
                </a:cubicBezTo>
                <a:cubicBezTo>
                  <a:pt x="31203" y="47625"/>
                  <a:pt x="33338" y="45491"/>
                  <a:pt x="33338" y="42863"/>
                </a:cubicBezTo>
                <a:close/>
                <a:moveTo>
                  <a:pt x="42863" y="42863"/>
                </a:moveTo>
                <a:cubicBezTo>
                  <a:pt x="45491" y="42863"/>
                  <a:pt x="47625" y="40728"/>
                  <a:pt x="47625" y="38100"/>
                </a:cubicBezTo>
                <a:cubicBezTo>
                  <a:pt x="47625" y="35472"/>
                  <a:pt x="45491" y="33338"/>
                  <a:pt x="42863" y="33338"/>
                </a:cubicBezTo>
                <a:cubicBezTo>
                  <a:pt x="40234" y="33338"/>
                  <a:pt x="38100" y="35472"/>
                  <a:pt x="38100" y="38100"/>
                </a:cubicBezTo>
                <a:cubicBezTo>
                  <a:pt x="38100" y="40728"/>
                  <a:pt x="40234" y="42863"/>
                  <a:pt x="42863" y="42863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81000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#HouseOfCode Invitation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076700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Showcase on Capitol Hill to Congress &amp; tech leaders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41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4375" y="4533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4196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 Collegewise Credit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6863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college admissions counseling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9600" y="5900738"/>
            <a:ext cx="7086600" cy="9525"/>
          </a:xfrm>
          <a:custGeom>
            <a:avLst/>
            <a:gdLst/>
            <a:ahLst/>
            <a:cxnLst/>
            <a:rect l="l" t="t" r="r" b="b"/>
            <a:pathLst>
              <a:path w="7086600" h="9525">
                <a:moveTo>
                  <a:pt x="0" y="0"/>
                </a:moveTo>
                <a:lnTo>
                  <a:pt x="7086600" y="0"/>
                </a:lnTo>
                <a:lnTo>
                  <a:pt x="7086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8650" y="6076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2" name="Text 30"/>
          <p:cNvSpPr/>
          <p:nvPr/>
        </p:nvSpPr>
        <p:spPr>
          <a:xfrm>
            <a:off x="876300" y="60579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85,000+ students have participated since 2015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3400" y="1257300"/>
            <a:ext cx="3657600" cy="3867150"/>
          </a:xfrm>
          <a:custGeom>
            <a:avLst/>
            <a:gdLst/>
            <a:ahLst/>
            <a:cxnLst/>
            <a:rect l="l" t="t" r="r" b="b"/>
            <a:pathLst>
              <a:path w="3657600" h="3867150">
                <a:moveTo>
                  <a:pt x="0" y="0"/>
                </a:moveTo>
                <a:lnTo>
                  <a:pt x="3657600" y="0"/>
                </a:lnTo>
                <a:lnTo>
                  <a:pt x="36576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14859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2000" y="19050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 Coding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287571" y="190500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2000" y="2209800"/>
            <a:ext cx="3200400" cy="76200"/>
          </a:xfrm>
          <a:custGeom>
            <a:avLst/>
            <a:gdLst/>
            <a:ahLst/>
            <a:cxnLst/>
            <a:rect l="l" t="t" r="r" b="b"/>
            <a:pathLst>
              <a:path w="3200400" h="76200">
                <a:moveTo>
                  <a:pt x="0" y="0"/>
                </a:moveTo>
                <a:lnTo>
                  <a:pt x="3200400" y="0"/>
                </a:lnTo>
                <a:lnTo>
                  <a:pt x="3200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8382000" y="2209800"/>
            <a:ext cx="2819400" cy="76200"/>
          </a:xfrm>
          <a:custGeom>
            <a:avLst/>
            <a:gdLst/>
            <a:ahLst/>
            <a:cxnLst/>
            <a:rect l="l" t="t" r="r" b="b"/>
            <a:pathLst>
              <a:path w="2819400" h="76200">
                <a:moveTo>
                  <a:pt x="0" y="0"/>
                </a:moveTo>
                <a:lnTo>
                  <a:pt x="2819400" y="0"/>
                </a:lnTo>
                <a:lnTo>
                  <a:pt x="2819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9" name="Text 37"/>
          <p:cNvSpPr/>
          <p:nvPr/>
        </p:nvSpPr>
        <p:spPr>
          <a:xfrm>
            <a:off x="8382000" y="24384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STEM Career Interest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88464" y="243840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2743200"/>
            <a:ext cx="3200400" cy="76200"/>
          </a:xfrm>
          <a:custGeom>
            <a:avLst/>
            <a:gdLst/>
            <a:ahLst/>
            <a:cxnLst/>
            <a:rect l="l" t="t" r="r" b="b"/>
            <a:pathLst>
              <a:path w="3200400" h="76200">
                <a:moveTo>
                  <a:pt x="0" y="0"/>
                </a:moveTo>
                <a:lnTo>
                  <a:pt x="3200400" y="0"/>
                </a:lnTo>
                <a:lnTo>
                  <a:pt x="3200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8382000" y="2743200"/>
            <a:ext cx="2847975" cy="76200"/>
          </a:xfrm>
          <a:custGeom>
            <a:avLst/>
            <a:gdLst/>
            <a:ahLst/>
            <a:cxnLst/>
            <a:rect l="l" t="t" r="r" b="b"/>
            <a:pathLst>
              <a:path w="2847975" h="76200">
                <a:moveTo>
                  <a:pt x="0" y="0"/>
                </a:moveTo>
                <a:lnTo>
                  <a:pt x="2847975" y="0"/>
                </a:lnTo>
                <a:lnTo>
                  <a:pt x="28479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3" name="Text 41"/>
          <p:cNvSpPr/>
          <p:nvPr/>
        </p:nvSpPr>
        <p:spPr>
          <a:xfrm>
            <a:off x="8382000" y="29718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91739" y="297180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2000" y="3276600"/>
            <a:ext cx="3200400" cy="76200"/>
          </a:xfrm>
          <a:custGeom>
            <a:avLst/>
            <a:gdLst/>
            <a:ahLst/>
            <a:cxnLst/>
            <a:rect l="l" t="t" r="r" b="b"/>
            <a:pathLst>
              <a:path w="3200400" h="76200">
                <a:moveTo>
                  <a:pt x="0" y="0"/>
                </a:moveTo>
                <a:lnTo>
                  <a:pt x="3200400" y="0"/>
                </a:lnTo>
                <a:lnTo>
                  <a:pt x="3200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3276600"/>
            <a:ext cx="1790700" cy="76200"/>
          </a:xfrm>
          <a:custGeom>
            <a:avLst/>
            <a:gdLst/>
            <a:ahLst/>
            <a:cxnLst/>
            <a:rect l="l" t="t" r="r" b="b"/>
            <a:pathLst>
              <a:path w="1790700" h="76200">
                <a:moveTo>
                  <a:pt x="0" y="0"/>
                </a:moveTo>
                <a:lnTo>
                  <a:pt x="1790700" y="0"/>
                </a:lnTo>
                <a:lnTo>
                  <a:pt x="1790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7" name="Shape 45"/>
          <p:cNvSpPr/>
          <p:nvPr/>
        </p:nvSpPr>
        <p:spPr>
          <a:xfrm>
            <a:off x="8158163" y="5357813"/>
            <a:ext cx="3648075" cy="1114425"/>
          </a:xfrm>
          <a:custGeom>
            <a:avLst/>
            <a:gdLst/>
            <a:ahLst/>
            <a:cxnLst/>
            <a:rect l="l" t="t" r="r" b="b"/>
            <a:pathLst>
              <a:path w="3648075" h="1114425">
                <a:moveTo>
                  <a:pt x="0" y="0"/>
                </a:moveTo>
                <a:lnTo>
                  <a:pt x="3648075" y="0"/>
                </a:lnTo>
                <a:lnTo>
                  <a:pt x="3648075" y="1114425"/>
                </a:lnTo>
                <a:lnTo>
                  <a:pt x="0" y="1114425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10196"/>
            </a:srgbClr>
          </a:solidFill>
          <a:ln w="1270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82000" y="5553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9" name="Text 47"/>
          <p:cNvSpPr/>
          <p:nvPr/>
        </p:nvSpPr>
        <p:spPr>
          <a:xfrm>
            <a:off x="8753475" y="5553075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of Congress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53425" y="589597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Participates in this bipartisan initiative—the highest level of Congressional engagement in youth STEM education.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da75635ad37c1d5f0728b3bbc223138d02fa8e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69" b="7869"/>
          <a:stretch/>
        </p:blipFill>
        <p:spPr>
          <a:xfrm>
            <a:off x="0" y="0"/>
            <a:ext cx="12192000" cy="685741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16"/>
          </a:xfrm>
          <a:custGeom>
            <a:avLst/>
            <a:gdLst/>
            <a:ahLst/>
            <a:cxnLst/>
            <a:rect l="l" t="t" r="r" b="b"/>
            <a:pathLst>
              <a:path w="12192000" h="6857416">
                <a:moveTo>
                  <a:pt x="0" y="0"/>
                </a:moveTo>
                <a:lnTo>
                  <a:pt x="12192000" y="0"/>
                </a:lnTo>
                <a:lnTo>
                  <a:pt x="12192000" y="6857416"/>
                </a:lnTo>
                <a:lnTo>
                  <a:pt x="0" y="685741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37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spc="103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3701" y="635292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Without Context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3701" y="1083733"/>
            <a:ext cx="1153802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students have the "Code," but they lack the "Context"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2386" y="1569545"/>
            <a:ext cx="11425913" cy="1709683"/>
          </a:xfrm>
          <a:custGeom>
            <a:avLst/>
            <a:gdLst/>
            <a:ahLst/>
            <a:cxnLst/>
            <a:rect l="l" t="t" r="r" b="b"/>
            <a:pathLst>
              <a:path w="11425913" h="1709683">
                <a:moveTo>
                  <a:pt x="0" y="0"/>
                </a:moveTo>
                <a:lnTo>
                  <a:pt x="11425913" y="0"/>
                </a:lnTo>
                <a:lnTo>
                  <a:pt x="11425913" y="1709683"/>
                </a:lnTo>
                <a:lnTo>
                  <a:pt x="0" y="1709683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92386" y="1569545"/>
            <a:ext cx="37370" cy="1709683"/>
          </a:xfrm>
          <a:custGeom>
            <a:avLst/>
            <a:gdLst/>
            <a:ahLst/>
            <a:cxnLst/>
            <a:rect l="l" t="t" r="r" b="b"/>
            <a:pathLst>
              <a:path w="37370" h="1709683">
                <a:moveTo>
                  <a:pt x="0" y="0"/>
                </a:moveTo>
                <a:lnTo>
                  <a:pt x="37370" y="0"/>
                </a:lnTo>
                <a:lnTo>
                  <a:pt x="37370" y="1709683"/>
                </a:lnTo>
                <a:lnTo>
                  <a:pt x="0" y="170968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Shape 6"/>
          <p:cNvSpPr/>
          <p:nvPr/>
        </p:nvSpPr>
        <p:spPr>
          <a:xfrm>
            <a:off x="635292" y="1793766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0" name="Text 7"/>
          <p:cNvSpPr/>
          <p:nvPr/>
        </p:nvSpPr>
        <p:spPr>
          <a:xfrm>
            <a:off x="788568" y="1905876"/>
            <a:ext cx="326989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5324" y="1793766"/>
            <a:ext cx="10360864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Struggle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5324" y="2204837"/>
            <a:ext cx="10332837" cy="551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spend months coding apps that </a:t>
            </a:r>
            <a:pPr>
              <a:lnSpc>
                <a:spcPct val="140000"/>
              </a:lnSpc>
            </a:pPr>
            <a:r>
              <a:rPr lang="en-US" sz="1324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nobody needs</a:t>
            </a:r>
            <a:pPr>
              <a:lnSpc>
                <a:spcPct val="140000"/>
              </a:lnSpc>
            </a:pPr>
            <a:r>
              <a:rPr lang="en-US" sz="132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Congressional App Challenge isn't just a coding competition—it's a </a:t>
            </a:r>
            <a:pPr>
              <a:lnSpc>
                <a:spcPct val="140000"/>
              </a:lnSpc>
            </a:pPr>
            <a:r>
              <a:rPr lang="en-US" sz="132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and impact</a:t>
            </a:r>
            <a:pPr>
              <a:lnSpc>
                <a:spcPct val="140000"/>
              </a:lnSpc>
            </a:pPr>
            <a:r>
              <a:rPr lang="en-US" sz="132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competition.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64009" y="2891513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65398" y="0"/>
                </a:moveTo>
                <a:cubicBezTo>
                  <a:pt x="69153" y="0"/>
                  <a:pt x="72602" y="2069"/>
                  <a:pt x="74390" y="5365"/>
                </a:cubicBezTo>
                <a:lnTo>
                  <a:pt x="129569" y="107549"/>
                </a:lnTo>
                <a:cubicBezTo>
                  <a:pt x="131281" y="110716"/>
                  <a:pt x="131204" y="114548"/>
                  <a:pt x="129365" y="117639"/>
                </a:cubicBezTo>
                <a:cubicBezTo>
                  <a:pt x="127526" y="120730"/>
                  <a:pt x="124179" y="122621"/>
                  <a:pt x="120577" y="122621"/>
                </a:cubicBezTo>
                <a:lnTo>
                  <a:pt x="10218" y="122621"/>
                </a:lnTo>
                <a:cubicBezTo>
                  <a:pt x="6616" y="122621"/>
                  <a:pt x="3295" y="120730"/>
                  <a:pt x="1431" y="117639"/>
                </a:cubicBezTo>
                <a:cubicBezTo>
                  <a:pt x="-434" y="114548"/>
                  <a:pt x="-485" y="110716"/>
                  <a:pt x="1226" y="107549"/>
                </a:cubicBezTo>
                <a:lnTo>
                  <a:pt x="56406" y="5365"/>
                </a:lnTo>
                <a:cubicBezTo>
                  <a:pt x="58194" y="2069"/>
                  <a:pt x="61642" y="0"/>
                  <a:pt x="65398" y="0"/>
                </a:cubicBezTo>
                <a:close/>
                <a:moveTo>
                  <a:pt x="65398" y="42917"/>
                </a:moveTo>
                <a:cubicBezTo>
                  <a:pt x="62000" y="42917"/>
                  <a:pt x="59267" y="45651"/>
                  <a:pt x="59267" y="49048"/>
                </a:cubicBezTo>
                <a:lnTo>
                  <a:pt x="59267" y="77660"/>
                </a:lnTo>
                <a:cubicBezTo>
                  <a:pt x="59267" y="81057"/>
                  <a:pt x="62000" y="83791"/>
                  <a:pt x="65398" y="83791"/>
                </a:cubicBezTo>
                <a:cubicBezTo>
                  <a:pt x="68795" y="83791"/>
                  <a:pt x="71529" y="81057"/>
                  <a:pt x="71529" y="77660"/>
                </a:cubicBezTo>
                <a:lnTo>
                  <a:pt x="71529" y="49048"/>
                </a:lnTo>
                <a:cubicBezTo>
                  <a:pt x="71529" y="45651"/>
                  <a:pt x="68795" y="42917"/>
                  <a:pt x="65398" y="42917"/>
                </a:cubicBezTo>
                <a:close/>
                <a:moveTo>
                  <a:pt x="72218" y="98097"/>
                </a:moveTo>
                <a:cubicBezTo>
                  <a:pt x="72374" y="95565"/>
                  <a:pt x="71111" y="93156"/>
                  <a:pt x="68941" y="91843"/>
                </a:cubicBezTo>
                <a:cubicBezTo>
                  <a:pt x="66770" y="90530"/>
                  <a:pt x="64051" y="90530"/>
                  <a:pt x="61880" y="91843"/>
                </a:cubicBezTo>
                <a:cubicBezTo>
                  <a:pt x="59710" y="93156"/>
                  <a:pt x="58447" y="95565"/>
                  <a:pt x="58602" y="98097"/>
                </a:cubicBezTo>
                <a:cubicBezTo>
                  <a:pt x="58447" y="100628"/>
                  <a:pt x="59710" y="103037"/>
                  <a:pt x="61880" y="104350"/>
                </a:cubicBezTo>
                <a:cubicBezTo>
                  <a:pt x="64051" y="105663"/>
                  <a:pt x="66770" y="105663"/>
                  <a:pt x="68941" y="104350"/>
                </a:cubicBezTo>
                <a:cubicBezTo>
                  <a:pt x="71111" y="103037"/>
                  <a:pt x="72374" y="100628"/>
                  <a:pt x="72218" y="98097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4" name="Text 11"/>
          <p:cNvSpPr/>
          <p:nvPr/>
        </p:nvSpPr>
        <p:spPr>
          <a:xfrm>
            <a:off x="1583559" y="2863485"/>
            <a:ext cx="328857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skills without real-world problem identification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2386" y="3498777"/>
            <a:ext cx="11425913" cy="1709683"/>
          </a:xfrm>
          <a:custGeom>
            <a:avLst/>
            <a:gdLst/>
            <a:ahLst/>
            <a:cxnLst/>
            <a:rect l="l" t="t" r="r" b="b"/>
            <a:pathLst>
              <a:path w="11425913" h="1709683">
                <a:moveTo>
                  <a:pt x="0" y="0"/>
                </a:moveTo>
                <a:lnTo>
                  <a:pt x="11425913" y="0"/>
                </a:lnTo>
                <a:lnTo>
                  <a:pt x="11425913" y="1709683"/>
                </a:lnTo>
                <a:lnTo>
                  <a:pt x="0" y="1709683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92386" y="3498777"/>
            <a:ext cx="37370" cy="1709683"/>
          </a:xfrm>
          <a:custGeom>
            <a:avLst/>
            <a:gdLst/>
            <a:ahLst/>
            <a:cxnLst/>
            <a:rect l="l" t="t" r="r" b="b"/>
            <a:pathLst>
              <a:path w="37370" h="1709683">
                <a:moveTo>
                  <a:pt x="0" y="0"/>
                </a:moveTo>
                <a:lnTo>
                  <a:pt x="37370" y="0"/>
                </a:lnTo>
                <a:lnTo>
                  <a:pt x="37370" y="1709683"/>
                </a:lnTo>
                <a:lnTo>
                  <a:pt x="0" y="1709683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7" name="Shape 14"/>
          <p:cNvSpPr/>
          <p:nvPr/>
        </p:nvSpPr>
        <p:spPr>
          <a:xfrm>
            <a:off x="635292" y="3722998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8" name="Text 15"/>
          <p:cNvSpPr/>
          <p:nvPr/>
        </p:nvSpPr>
        <p:spPr>
          <a:xfrm>
            <a:off x="766963" y="3835108"/>
            <a:ext cx="37370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45324" y="3722998"/>
            <a:ext cx="10360864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Risk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45324" y="4134069"/>
            <a:ext cx="10332837" cy="551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4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disqualifications</a:t>
            </a:r>
            <a:pPr>
              <a:lnSpc>
                <a:spcPct val="140000"/>
              </a:lnSpc>
            </a:pPr>
            <a:r>
              <a:rPr lang="en-US" sz="132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due to complex House.gov submission rules. The 1-3 minute demonstration video requirements are exacting and unforgiving.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64009" y="4820745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93805" y="105377"/>
                </a:moveTo>
                <a:lnTo>
                  <a:pt x="25418" y="36991"/>
                </a:lnTo>
                <a:cubicBezTo>
                  <a:pt x="19696" y="45012"/>
                  <a:pt x="16349" y="54822"/>
                  <a:pt x="16349" y="65398"/>
                </a:cubicBezTo>
                <a:cubicBezTo>
                  <a:pt x="16349" y="92476"/>
                  <a:pt x="38319" y="114446"/>
                  <a:pt x="65398" y="114446"/>
                </a:cubicBezTo>
                <a:cubicBezTo>
                  <a:pt x="75999" y="114446"/>
                  <a:pt x="85809" y="111099"/>
                  <a:pt x="93805" y="105377"/>
                </a:cubicBezTo>
                <a:close/>
                <a:moveTo>
                  <a:pt x="105377" y="93805"/>
                </a:moveTo>
                <a:cubicBezTo>
                  <a:pt x="111099" y="85783"/>
                  <a:pt x="114446" y="75974"/>
                  <a:pt x="114446" y="65398"/>
                </a:cubicBezTo>
                <a:cubicBezTo>
                  <a:pt x="114446" y="38319"/>
                  <a:pt x="92476" y="16349"/>
                  <a:pt x="65398" y="16349"/>
                </a:cubicBezTo>
                <a:cubicBezTo>
                  <a:pt x="54796" y="16349"/>
                  <a:pt x="44986" y="19696"/>
                  <a:pt x="36991" y="25418"/>
                </a:cubicBezTo>
                <a:lnTo>
                  <a:pt x="105377" y="93805"/>
                </a:lnTo>
                <a:close/>
                <a:moveTo>
                  <a:pt x="0" y="65398"/>
                </a:moveTo>
                <a:cubicBezTo>
                  <a:pt x="0" y="29304"/>
                  <a:pt x="29304" y="0"/>
                  <a:pt x="65398" y="0"/>
                </a:cubicBezTo>
                <a:cubicBezTo>
                  <a:pt x="101492" y="0"/>
                  <a:pt x="130795" y="29304"/>
                  <a:pt x="130795" y="65398"/>
                </a:cubicBezTo>
                <a:cubicBezTo>
                  <a:pt x="130795" y="101492"/>
                  <a:pt x="101492" y="130795"/>
                  <a:pt x="65398" y="130795"/>
                </a:cubicBezTo>
                <a:cubicBezTo>
                  <a:pt x="29304" y="130795"/>
                  <a:pt x="0" y="101492"/>
                  <a:pt x="0" y="6539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2" name="Text 19"/>
          <p:cNvSpPr/>
          <p:nvPr/>
        </p:nvSpPr>
        <p:spPr>
          <a:xfrm>
            <a:off x="1583559" y="4792717"/>
            <a:ext cx="280275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Brilliant apps rejected due to compliance failures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92386" y="5428009"/>
            <a:ext cx="11425913" cy="1429407"/>
          </a:xfrm>
          <a:custGeom>
            <a:avLst/>
            <a:gdLst/>
            <a:ahLst/>
            <a:cxnLst/>
            <a:rect l="l" t="t" r="r" b="b"/>
            <a:pathLst>
              <a:path w="11425913" h="1429407">
                <a:moveTo>
                  <a:pt x="0" y="0"/>
                </a:moveTo>
                <a:lnTo>
                  <a:pt x="11425913" y="0"/>
                </a:lnTo>
                <a:lnTo>
                  <a:pt x="11425913" y="1429407"/>
                </a:lnTo>
                <a:lnTo>
                  <a:pt x="0" y="1429407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92386" y="5428009"/>
            <a:ext cx="37370" cy="1429407"/>
          </a:xfrm>
          <a:custGeom>
            <a:avLst/>
            <a:gdLst/>
            <a:ahLst/>
            <a:cxnLst/>
            <a:rect l="l" t="t" r="r" b="b"/>
            <a:pathLst>
              <a:path w="37370" h="1429407">
                <a:moveTo>
                  <a:pt x="0" y="0"/>
                </a:moveTo>
                <a:lnTo>
                  <a:pt x="37370" y="0"/>
                </a:lnTo>
                <a:lnTo>
                  <a:pt x="37370" y="1429407"/>
                </a:lnTo>
                <a:lnTo>
                  <a:pt x="0" y="1429407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292" y="5652230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6" name="Text 23"/>
          <p:cNvSpPr/>
          <p:nvPr/>
        </p:nvSpPr>
        <p:spPr>
          <a:xfrm>
            <a:off x="764044" y="5764340"/>
            <a:ext cx="37370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45324" y="5652230"/>
            <a:ext cx="10360864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45324" y="6063301"/>
            <a:ext cx="1033283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4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Brilliant kids missing out on national recognition</a:t>
            </a:r>
            <a:pPr>
              <a:lnSpc>
                <a:spcPct val="140000"/>
              </a:lnSpc>
            </a:pPr>
            <a:r>
              <a:rPr lang="en-US" sz="132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they didn't have a "Product Team" to guide them through the entire journey.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364009" y="6476708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0" y="65398"/>
                </a:moveTo>
                <a:cubicBezTo>
                  <a:pt x="0" y="29304"/>
                  <a:pt x="29304" y="0"/>
                  <a:pt x="65398" y="0"/>
                </a:cubicBezTo>
                <a:cubicBezTo>
                  <a:pt x="101492" y="0"/>
                  <a:pt x="130795" y="29304"/>
                  <a:pt x="130795" y="65398"/>
                </a:cubicBezTo>
                <a:cubicBezTo>
                  <a:pt x="130795" y="101492"/>
                  <a:pt x="101492" y="130795"/>
                  <a:pt x="65398" y="130795"/>
                </a:cubicBezTo>
                <a:cubicBezTo>
                  <a:pt x="29304" y="130795"/>
                  <a:pt x="0" y="101492"/>
                  <a:pt x="0" y="65398"/>
                </a:cubicBezTo>
                <a:close/>
                <a:moveTo>
                  <a:pt x="69230" y="90433"/>
                </a:moveTo>
                <a:cubicBezTo>
                  <a:pt x="70635" y="90101"/>
                  <a:pt x="72065" y="89922"/>
                  <a:pt x="73572" y="89922"/>
                </a:cubicBezTo>
                <a:cubicBezTo>
                  <a:pt x="79729" y="89922"/>
                  <a:pt x="85170" y="92936"/>
                  <a:pt x="88517" y="97586"/>
                </a:cubicBezTo>
                <a:cubicBezTo>
                  <a:pt x="90484" y="100345"/>
                  <a:pt x="94316" y="100958"/>
                  <a:pt x="97075" y="98991"/>
                </a:cubicBezTo>
                <a:cubicBezTo>
                  <a:pt x="99834" y="97024"/>
                  <a:pt x="100447" y="93192"/>
                  <a:pt x="98480" y="90433"/>
                </a:cubicBezTo>
                <a:cubicBezTo>
                  <a:pt x="92936" y="82718"/>
                  <a:pt x="83842" y="77660"/>
                  <a:pt x="73572" y="77660"/>
                </a:cubicBezTo>
                <a:cubicBezTo>
                  <a:pt x="70379" y="77660"/>
                  <a:pt x="67288" y="78145"/>
                  <a:pt x="64401" y="79065"/>
                </a:cubicBezTo>
                <a:cubicBezTo>
                  <a:pt x="66905" y="82309"/>
                  <a:pt x="68616" y="86192"/>
                  <a:pt x="69230" y="90458"/>
                </a:cubicBezTo>
                <a:close/>
                <a:moveTo>
                  <a:pt x="44961" y="61310"/>
                </a:moveTo>
                <a:cubicBezTo>
                  <a:pt x="49473" y="61310"/>
                  <a:pt x="53136" y="57647"/>
                  <a:pt x="53136" y="53136"/>
                </a:cubicBezTo>
                <a:cubicBezTo>
                  <a:pt x="53136" y="48624"/>
                  <a:pt x="49473" y="44961"/>
                  <a:pt x="44961" y="44961"/>
                </a:cubicBezTo>
                <a:cubicBezTo>
                  <a:pt x="40449" y="44961"/>
                  <a:pt x="36786" y="48624"/>
                  <a:pt x="36786" y="53136"/>
                </a:cubicBezTo>
                <a:cubicBezTo>
                  <a:pt x="36786" y="57647"/>
                  <a:pt x="40449" y="61310"/>
                  <a:pt x="44961" y="61310"/>
                </a:cubicBezTo>
                <a:close/>
                <a:moveTo>
                  <a:pt x="94009" y="53136"/>
                </a:moveTo>
                <a:cubicBezTo>
                  <a:pt x="94009" y="48624"/>
                  <a:pt x="90346" y="44961"/>
                  <a:pt x="85834" y="44961"/>
                </a:cubicBezTo>
                <a:cubicBezTo>
                  <a:pt x="81323" y="44961"/>
                  <a:pt x="77660" y="48624"/>
                  <a:pt x="77660" y="53136"/>
                </a:cubicBezTo>
                <a:cubicBezTo>
                  <a:pt x="77660" y="57647"/>
                  <a:pt x="81323" y="61310"/>
                  <a:pt x="85834" y="61310"/>
                </a:cubicBezTo>
                <a:cubicBezTo>
                  <a:pt x="90346" y="61310"/>
                  <a:pt x="94009" y="57647"/>
                  <a:pt x="94009" y="53136"/>
                </a:cubicBezTo>
                <a:close/>
                <a:moveTo>
                  <a:pt x="47362" y="74799"/>
                </a:moveTo>
                <a:cubicBezTo>
                  <a:pt x="46749" y="74058"/>
                  <a:pt x="45906" y="73572"/>
                  <a:pt x="44961" y="73572"/>
                </a:cubicBezTo>
                <a:cubicBezTo>
                  <a:pt x="44016" y="73572"/>
                  <a:pt x="43173" y="74058"/>
                  <a:pt x="42560" y="74799"/>
                </a:cubicBezTo>
                <a:cubicBezTo>
                  <a:pt x="40899" y="76791"/>
                  <a:pt x="39341" y="78912"/>
                  <a:pt x="37885" y="81083"/>
                </a:cubicBezTo>
                <a:cubicBezTo>
                  <a:pt x="35586" y="84506"/>
                  <a:pt x="32699" y="88798"/>
                  <a:pt x="32699" y="93192"/>
                </a:cubicBezTo>
                <a:cubicBezTo>
                  <a:pt x="32699" y="100421"/>
                  <a:pt x="38191" y="106271"/>
                  <a:pt x="44961" y="106271"/>
                </a:cubicBezTo>
                <a:cubicBezTo>
                  <a:pt x="51731" y="106271"/>
                  <a:pt x="57223" y="100421"/>
                  <a:pt x="57223" y="93192"/>
                </a:cubicBezTo>
                <a:cubicBezTo>
                  <a:pt x="57223" y="88798"/>
                  <a:pt x="54362" y="84506"/>
                  <a:pt x="52037" y="81083"/>
                </a:cubicBezTo>
                <a:cubicBezTo>
                  <a:pt x="50581" y="78912"/>
                  <a:pt x="48997" y="76817"/>
                  <a:pt x="47362" y="74799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0" name="Text 27"/>
          <p:cNvSpPr/>
          <p:nvPr/>
        </p:nvSpPr>
        <p:spPr>
          <a:xfrm>
            <a:off x="1583559" y="6448680"/>
            <a:ext cx="263459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unrealized due to lack of mentorship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164" y="344164"/>
            <a:ext cx="11563901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b="1" spc="9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4164" y="585078"/>
            <a:ext cx="11658546" cy="3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 Your AI Product Team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4164" y="998075"/>
            <a:ext cx="11589713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tutorials. A Digital Board of Directors.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4164" y="1445488"/>
            <a:ext cx="11503673" cy="1608965"/>
          </a:xfrm>
          <a:custGeom>
            <a:avLst/>
            <a:gdLst/>
            <a:ahLst/>
            <a:cxnLst/>
            <a:rect l="l" t="t" r="r" b="b"/>
            <a:pathLst>
              <a:path w="11503673" h="1608965">
                <a:moveTo>
                  <a:pt x="0" y="0"/>
                </a:moveTo>
                <a:lnTo>
                  <a:pt x="11503673" y="0"/>
                </a:lnTo>
                <a:lnTo>
                  <a:pt x="11503673" y="1608965"/>
                </a:lnTo>
                <a:lnTo>
                  <a:pt x="0" y="160896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6" name="Shape 4"/>
          <p:cNvSpPr/>
          <p:nvPr/>
        </p:nvSpPr>
        <p:spPr>
          <a:xfrm>
            <a:off x="550662" y="1651986"/>
            <a:ext cx="550662" cy="550662"/>
          </a:xfrm>
          <a:custGeom>
            <a:avLst/>
            <a:gdLst/>
            <a:ahLst/>
            <a:cxnLst/>
            <a:rect l="l" t="t" r="r" b="b"/>
            <a:pathLst>
              <a:path w="550662" h="550662">
                <a:moveTo>
                  <a:pt x="0" y="0"/>
                </a:moveTo>
                <a:lnTo>
                  <a:pt x="550662" y="0"/>
                </a:lnTo>
                <a:lnTo>
                  <a:pt x="550662" y="550662"/>
                </a:lnTo>
                <a:lnTo>
                  <a:pt x="0" y="550662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6817" y="1798255"/>
            <a:ext cx="322653" cy="258123"/>
          </a:xfrm>
          <a:custGeom>
            <a:avLst/>
            <a:gdLst/>
            <a:ahLst/>
            <a:cxnLst/>
            <a:rect l="l" t="t" r="r" b="b"/>
            <a:pathLst>
              <a:path w="322653" h="258123">
                <a:moveTo>
                  <a:pt x="177459" y="0"/>
                </a:moveTo>
                <a:cubicBezTo>
                  <a:pt x="177459" y="-8923"/>
                  <a:pt x="170250" y="-16133"/>
                  <a:pt x="161327" y="-16133"/>
                </a:cubicBezTo>
                <a:cubicBezTo>
                  <a:pt x="152403" y="-16133"/>
                  <a:pt x="145194" y="-8923"/>
                  <a:pt x="145194" y="0"/>
                </a:cubicBezTo>
                <a:lnTo>
                  <a:pt x="145194" y="32265"/>
                </a:lnTo>
                <a:lnTo>
                  <a:pt x="96796" y="32265"/>
                </a:lnTo>
                <a:cubicBezTo>
                  <a:pt x="70076" y="32265"/>
                  <a:pt x="48398" y="53944"/>
                  <a:pt x="48398" y="80663"/>
                </a:cubicBezTo>
                <a:lnTo>
                  <a:pt x="48398" y="193592"/>
                </a:lnTo>
                <a:cubicBezTo>
                  <a:pt x="48398" y="220312"/>
                  <a:pt x="70076" y="241990"/>
                  <a:pt x="96796" y="241990"/>
                </a:cubicBezTo>
                <a:lnTo>
                  <a:pt x="225857" y="241990"/>
                </a:lnTo>
                <a:cubicBezTo>
                  <a:pt x="252577" y="241990"/>
                  <a:pt x="274255" y="220312"/>
                  <a:pt x="274255" y="193592"/>
                </a:cubicBezTo>
                <a:lnTo>
                  <a:pt x="274255" y="80663"/>
                </a:lnTo>
                <a:cubicBezTo>
                  <a:pt x="274255" y="53944"/>
                  <a:pt x="252577" y="32265"/>
                  <a:pt x="225857" y="32265"/>
                </a:cubicBezTo>
                <a:lnTo>
                  <a:pt x="177459" y="32265"/>
                </a:lnTo>
                <a:lnTo>
                  <a:pt x="177459" y="0"/>
                </a:lnTo>
                <a:close/>
                <a:moveTo>
                  <a:pt x="80663" y="185526"/>
                </a:moveTo>
                <a:cubicBezTo>
                  <a:pt x="80663" y="178821"/>
                  <a:pt x="86058" y="173426"/>
                  <a:pt x="92763" y="173426"/>
                </a:cubicBezTo>
                <a:lnTo>
                  <a:pt x="108896" y="173426"/>
                </a:lnTo>
                <a:cubicBezTo>
                  <a:pt x="115601" y="173426"/>
                  <a:pt x="120995" y="178821"/>
                  <a:pt x="120995" y="185526"/>
                </a:cubicBezTo>
                <a:cubicBezTo>
                  <a:pt x="120995" y="192231"/>
                  <a:pt x="115601" y="197625"/>
                  <a:pt x="108896" y="197625"/>
                </a:cubicBezTo>
                <a:lnTo>
                  <a:pt x="92763" y="197625"/>
                </a:lnTo>
                <a:cubicBezTo>
                  <a:pt x="86058" y="197625"/>
                  <a:pt x="80663" y="192231"/>
                  <a:pt x="80663" y="185526"/>
                </a:cubicBezTo>
                <a:close/>
                <a:moveTo>
                  <a:pt x="141161" y="185526"/>
                </a:moveTo>
                <a:cubicBezTo>
                  <a:pt x="141161" y="178821"/>
                  <a:pt x="146555" y="173426"/>
                  <a:pt x="153260" y="173426"/>
                </a:cubicBezTo>
                <a:lnTo>
                  <a:pt x="169393" y="173426"/>
                </a:lnTo>
                <a:cubicBezTo>
                  <a:pt x="176098" y="173426"/>
                  <a:pt x="181493" y="178821"/>
                  <a:pt x="181493" y="185526"/>
                </a:cubicBezTo>
                <a:cubicBezTo>
                  <a:pt x="181493" y="192231"/>
                  <a:pt x="176098" y="197625"/>
                  <a:pt x="169393" y="197625"/>
                </a:cubicBezTo>
                <a:lnTo>
                  <a:pt x="153260" y="197625"/>
                </a:lnTo>
                <a:cubicBezTo>
                  <a:pt x="146555" y="197625"/>
                  <a:pt x="141161" y="192231"/>
                  <a:pt x="141161" y="185526"/>
                </a:cubicBezTo>
                <a:close/>
                <a:moveTo>
                  <a:pt x="201658" y="185526"/>
                </a:moveTo>
                <a:cubicBezTo>
                  <a:pt x="201658" y="178821"/>
                  <a:pt x="207053" y="173426"/>
                  <a:pt x="213758" y="173426"/>
                </a:cubicBezTo>
                <a:lnTo>
                  <a:pt x="229891" y="173426"/>
                </a:lnTo>
                <a:cubicBezTo>
                  <a:pt x="236596" y="173426"/>
                  <a:pt x="241990" y="178821"/>
                  <a:pt x="241990" y="185526"/>
                </a:cubicBezTo>
                <a:cubicBezTo>
                  <a:pt x="241990" y="192231"/>
                  <a:pt x="236596" y="197625"/>
                  <a:pt x="229891" y="197625"/>
                </a:cubicBezTo>
                <a:lnTo>
                  <a:pt x="213758" y="197625"/>
                </a:lnTo>
                <a:cubicBezTo>
                  <a:pt x="207053" y="197625"/>
                  <a:pt x="201658" y="192231"/>
                  <a:pt x="201658" y="185526"/>
                </a:cubicBezTo>
                <a:close/>
                <a:moveTo>
                  <a:pt x="112929" y="88730"/>
                </a:moveTo>
                <a:cubicBezTo>
                  <a:pt x="126285" y="88730"/>
                  <a:pt x="137128" y="99573"/>
                  <a:pt x="137128" y="112929"/>
                </a:cubicBezTo>
                <a:cubicBezTo>
                  <a:pt x="137128" y="126285"/>
                  <a:pt x="126285" y="137128"/>
                  <a:pt x="112929" y="137128"/>
                </a:cubicBezTo>
                <a:cubicBezTo>
                  <a:pt x="99573" y="137128"/>
                  <a:pt x="88730" y="126285"/>
                  <a:pt x="88730" y="112929"/>
                </a:cubicBezTo>
                <a:cubicBezTo>
                  <a:pt x="88730" y="99573"/>
                  <a:pt x="99573" y="88730"/>
                  <a:pt x="112929" y="88730"/>
                </a:cubicBezTo>
                <a:close/>
                <a:moveTo>
                  <a:pt x="185526" y="112929"/>
                </a:moveTo>
                <a:cubicBezTo>
                  <a:pt x="185526" y="99573"/>
                  <a:pt x="196369" y="88730"/>
                  <a:pt x="209725" y="88730"/>
                </a:cubicBezTo>
                <a:cubicBezTo>
                  <a:pt x="223081" y="88730"/>
                  <a:pt x="233924" y="99573"/>
                  <a:pt x="233924" y="112929"/>
                </a:cubicBezTo>
                <a:cubicBezTo>
                  <a:pt x="233924" y="126285"/>
                  <a:pt x="223081" y="137128"/>
                  <a:pt x="209725" y="137128"/>
                </a:cubicBezTo>
                <a:cubicBezTo>
                  <a:pt x="196369" y="137128"/>
                  <a:pt x="185526" y="126285"/>
                  <a:pt x="185526" y="112929"/>
                </a:cubicBezTo>
                <a:close/>
                <a:moveTo>
                  <a:pt x="32265" y="112929"/>
                </a:moveTo>
                <a:cubicBezTo>
                  <a:pt x="32265" y="104005"/>
                  <a:pt x="25056" y="96796"/>
                  <a:pt x="16133" y="96796"/>
                </a:cubicBezTo>
                <a:cubicBezTo>
                  <a:pt x="7209" y="96796"/>
                  <a:pt x="0" y="104005"/>
                  <a:pt x="0" y="112929"/>
                </a:cubicBezTo>
                <a:lnTo>
                  <a:pt x="0" y="161327"/>
                </a:lnTo>
                <a:cubicBezTo>
                  <a:pt x="0" y="170250"/>
                  <a:pt x="7209" y="177459"/>
                  <a:pt x="16133" y="177459"/>
                </a:cubicBezTo>
                <a:cubicBezTo>
                  <a:pt x="25056" y="177459"/>
                  <a:pt x="32265" y="170250"/>
                  <a:pt x="32265" y="161327"/>
                </a:cubicBezTo>
                <a:lnTo>
                  <a:pt x="32265" y="112929"/>
                </a:lnTo>
                <a:close/>
                <a:moveTo>
                  <a:pt x="306521" y="96796"/>
                </a:moveTo>
                <a:cubicBezTo>
                  <a:pt x="297597" y="96796"/>
                  <a:pt x="290388" y="104005"/>
                  <a:pt x="290388" y="112929"/>
                </a:cubicBezTo>
                <a:lnTo>
                  <a:pt x="290388" y="161327"/>
                </a:lnTo>
                <a:cubicBezTo>
                  <a:pt x="290388" y="170250"/>
                  <a:pt x="297597" y="177459"/>
                  <a:pt x="306521" y="177459"/>
                </a:cubicBezTo>
                <a:cubicBezTo>
                  <a:pt x="315444" y="177459"/>
                  <a:pt x="322653" y="170250"/>
                  <a:pt x="322653" y="161327"/>
                </a:cubicBezTo>
                <a:lnTo>
                  <a:pt x="322653" y="112929"/>
                </a:lnTo>
                <a:cubicBezTo>
                  <a:pt x="322653" y="104005"/>
                  <a:pt x="315444" y="96796"/>
                  <a:pt x="306521" y="9679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1238989" y="1686402"/>
            <a:ext cx="2219856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Multi-Agent Classroom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8989" y="1961733"/>
            <a:ext cx="2185440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Expert Guidance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662" y="2340313"/>
            <a:ext cx="11168113" cy="50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proprietary environment puts a team of "experts" in the room with your student around the clock. This isn't passive learning—it's active mentorship powered by AI agents trained on winning strategies.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164" y="3239441"/>
            <a:ext cx="5661493" cy="1712215"/>
          </a:xfrm>
          <a:custGeom>
            <a:avLst/>
            <a:gdLst/>
            <a:ahLst/>
            <a:cxnLst/>
            <a:rect l="l" t="t" r="r" b="b"/>
            <a:pathLst>
              <a:path w="5661493" h="1712215">
                <a:moveTo>
                  <a:pt x="0" y="0"/>
                </a:moveTo>
                <a:lnTo>
                  <a:pt x="5661493" y="0"/>
                </a:lnTo>
                <a:lnTo>
                  <a:pt x="5661493" y="1712215"/>
                </a:lnTo>
                <a:lnTo>
                  <a:pt x="0" y="171221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164" y="3239441"/>
            <a:ext cx="5661493" cy="34416"/>
          </a:xfrm>
          <a:custGeom>
            <a:avLst/>
            <a:gdLst/>
            <a:ahLst/>
            <a:cxnLst/>
            <a:rect l="l" t="t" r="r" b="b"/>
            <a:pathLst>
              <a:path w="5661493" h="34416">
                <a:moveTo>
                  <a:pt x="0" y="0"/>
                </a:moveTo>
                <a:lnTo>
                  <a:pt x="5661493" y="0"/>
                </a:lnTo>
                <a:lnTo>
                  <a:pt x="56614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6246" y="3428731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0" y="0"/>
                </a:moveTo>
                <a:lnTo>
                  <a:pt x="412996" y="0"/>
                </a:lnTo>
                <a:lnTo>
                  <a:pt x="412996" y="412996"/>
                </a:lnTo>
                <a:lnTo>
                  <a:pt x="0" y="41299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703" y="3549188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0226" y="1714"/>
                </a:moveTo>
                <a:cubicBezTo>
                  <a:pt x="83755" y="-571"/>
                  <a:pt x="88326" y="-571"/>
                  <a:pt x="91855" y="1714"/>
                </a:cubicBezTo>
                <a:lnTo>
                  <a:pt x="167141" y="50112"/>
                </a:lnTo>
                <a:cubicBezTo>
                  <a:pt x="171141" y="52700"/>
                  <a:pt x="172989" y="57607"/>
                  <a:pt x="171645" y="62178"/>
                </a:cubicBezTo>
                <a:cubicBezTo>
                  <a:pt x="170301" y="66749"/>
                  <a:pt x="166099" y="69908"/>
                  <a:pt x="161327" y="69908"/>
                </a:cubicBezTo>
                <a:lnTo>
                  <a:pt x="150572" y="69908"/>
                </a:lnTo>
                <a:lnTo>
                  <a:pt x="150572" y="139817"/>
                </a:lnTo>
                <a:lnTo>
                  <a:pt x="167780" y="152723"/>
                </a:lnTo>
                <a:cubicBezTo>
                  <a:pt x="170502" y="154739"/>
                  <a:pt x="172082" y="157932"/>
                  <a:pt x="172082" y="161327"/>
                </a:cubicBezTo>
                <a:cubicBezTo>
                  <a:pt x="172082" y="167276"/>
                  <a:pt x="167276" y="172082"/>
                  <a:pt x="161327" y="172082"/>
                </a:cubicBezTo>
                <a:lnTo>
                  <a:pt x="10755" y="172082"/>
                </a:lnTo>
                <a:cubicBezTo>
                  <a:pt x="4806" y="172082"/>
                  <a:pt x="0" y="167276"/>
                  <a:pt x="0" y="161327"/>
                </a:cubicBezTo>
                <a:cubicBezTo>
                  <a:pt x="0" y="157932"/>
                  <a:pt x="1580" y="154739"/>
                  <a:pt x="4302" y="152723"/>
                </a:cubicBezTo>
                <a:lnTo>
                  <a:pt x="21510" y="139817"/>
                </a:lnTo>
                <a:lnTo>
                  <a:pt x="21510" y="139817"/>
                </a:lnTo>
                <a:lnTo>
                  <a:pt x="21510" y="69908"/>
                </a:lnTo>
                <a:lnTo>
                  <a:pt x="10755" y="69908"/>
                </a:lnTo>
                <a:cubicBezTo>
                  <a:pt x="5983" y="69908"/>
                  <a:pt x="1781" y="66749"/>
                  <a:pt x="437" y="62178"/>
                </a:cubicBezTo>
                <a:cubicBezTo>
                  <a:pt x="-907" y="57607"/>
                  <a:pt x="941" y="52666"/>
                  <a:pt x="4941" y="50112"/>
                </a:cubicBezTo>
                <a:lnTo>
                  <a:pt x="80226" y="1714"/>
                </a:lnTo>
                <a:close/>
                <a:moveTo>
                  <a:pt x="112929" y="69908"/>
                </a:moveTo>
                <a:lnTo>
                  <a:pt x="112929" y="139817"/>
                </a:lnTo>
                <a:lnTo>
                  <a:pt x="134439" y="139817"/>
                </a:lnTo>
                <a:lnTo>
                  <a:pt x="134439" y="69908"/>
                </a:lnTo>
                <a:lnTo>
                  <a:pt x="112929" y="69908"/>
                </a:lnTo>
                <a:close/>
                <a:moveTo>
                  <a:pt x="75286" y="139817"/>
                </a:moveTo>
                <a:lnTo>
                  <a:pt x="96796" y="139817"/>
                </a:lnTo>
                <a:lnTo>
                  <a:pt x="96796" y="69908"/>
                </a:lnTo>
                <a:lnTo>
                  <a:pt x="75286" y="69908"/>
                </a:lnTo>
                <a:lnTo>
                  <a:pt x="75286" y="139817"/>
                </a:lnTo>
                <a:close/>
                <a:moveTo>
                  <a:pt x="37643" y="69908"/>
                </a:moveTo>
                <a:lnTo>
                  <a:pt x="37643" y="139817"/>
                </a:lnTo>
                <a:lnTo>
                  <a:pt x="59153" y="139817"/>
                </a:lnTo>
                <a:lnTo>
                  <a:pt x="59153" y="69908"/>
                </a:lnTo>
                <a:lnTo>
                  <a:pt x="37643" y="6990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1032491" y="3514772"/>
            <a:ext cx="1161553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Advisor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246" y="3944977"/>
            <a:ext cx="538616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on 5 years of winning data. Vets your student's idea against the "Congressional Impact" rubric </a:t>
            </a:r>
            <a:pPr>
              <a:lnSpc>
                <a:spcPct val="140000"/>
              </a:lnSpc>
            </a:pPr>
            <a:r>
              <a:rPr lang="en-US" sz="1084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write a single line of code.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246" y="4499941"/>
            <a:ext cx="5317330" cy="8604"/>
          </a:xfrm>
          <a:custGeom>
            <a:avLst/>
            <a:gdLst/>
            <a:ahLst/>
            <a:cxnLst/>
            <a:rect l="l" t="t" r="r" b="b"/>
            <a:pathLst>
              <a:path w="5317330" h="8604">
                <a:moveTo>
                  <a:pt x="0" y="0"/>
                </a:moveTo>
                <a:lnTo>
                  <a:pt x="5317330" y="0"/>
                </a:lnTo>
                <a:lnTo>
                  <a:pt x="5317330" y="8604"/>
                </a:lnTo>
                <a:lnTo>
                  <a:pt x="0" y="8604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0982" y="4633304"/>
            <a:ext cx="105400" cy="120457"/>
          </a:xfrm>
          <a:custGeom>
            <a:avLst/>
            <a:gdLst/>
            <a:ahLst/>
            <a:cxnLst/>
            <a:rect l="l" t="t" r="r" b="b"/>
            <a:pathLst>
              <a:path w="105400" h="120457">
                <a:moveTo>
                  <a:pt x="105400" y="48418"/>
                </a:moveTo>
                <a:cubicBezTo>
                  <a:pt x="101918" y="50724"/>
                  <a:pt x="97919" y="52582"/>
                  <a:pt x="93754" y="54065"/>
                </a:cubicBezTo>
                <a:cubicBezTo>
                  <a:pt x="82697" y="58017"/>
                  <a:pt x="68181" y="60229"/>
                  <a:pt x="52700" y="60229"/>
                </a:cubicBezTo>
                <a:cubicBezTo>
                  <a:pt x="37219" y="60229"/>
                  <a:pt x="22680" y="57994"/>
                  <a:pt x="11646" y="54065"/>
                </a:cubicBezTo>
                <a:cubicBezTo>
                  <a:pt x="7505" y="52582"/>
                  <a:pt x="3482" y="50724"/>
                  <a:pt x="0" y="48418"/>
                </a:cubicBezTo>
                <a:lnTo>
                  <a:pt x="0" y="67757"/>
                </a:lnTo>
                <a:cubicBezTo>
                  <a:pt x="0" y="78156"/>
                  <a:pt x="23597" y="86579"/>
                  <a:pt x="52700" y="86579"/>
                </a:cubicBezTo>
                <a:cubicBezTo>
                  <a:pt x="81803" y="86579"/>
                  <a:pt x="105400" y="78156"/>
                  <a:pt x="105400" y="67757"/>
                </a:cubicBezTo>
                <a:lnTo>
                  <a:pt x="105400" y="48418"/>
                </a:lnTo>
                <a:close/>
                <a:moveTo>
                  <a:pt x="105400" y="30114"/>
                </a:moveTo>
                <a:lnTo>
                  <a:pt x="105400" y="18821"/>
                </a:lnTo>
                <a:cubicBezTo>
                  <a:pt x="105400" y="8423"/>
                  <a:pt x="81803" y="0"/>
                  <a:pt x="52700" y="0"/>
                </a:cubicBezTo>
                <a:cubicBezTo>
                  <a:pt x="23597" y="0"/>
                  <a:pt x="0" y="8423"/>
                  <a:pt x="0" y="18821"/>
                </a:cubicBezTo>
                <a:lnTo>
                  <a:pt x="0" y="30114"/>
                </a:lnTo>
                <a:cubicBezTo>
                  <a:pt x="0" y="40513"/>
                  <a:pt x="23597" y="48936"/>
                  <a:pt x="52700" y="48936"/>
                </a:cubicBezTo>
                <a:cubicBezTo>
                  <a:pt x="81803" y="48936"/>
                  <a:pt x="105400" y="40513"/>
                  <a:pt x="105400" y="30114"/>
                </a:cubicBezTo>
                <a:close/>
                <a:moveTo>
                  <a:pt x="93754" y="91708"/>
                </a:moveTo>
                <a:cubicBezTo>
                  <a:pt x="82720" y="95637"/>
                  <a:pt x="68204" y="97872"/>
                  <a:pt x="52700" y="97872"/>
                </a:cubicBezTo>
                <a:cubicBezTo>
                  <a:pt x="37196" y="97872"/>
                  <a:pt x="22680" y="95637"/>
                  <a:pt x="11646" y="91708"/>
                </a:cubicBezTo>
                <a:cubicBezTo>
                  <a:pt x="7505" y="90225"/>
                  <a:pt x="3482" y="88367"/>
                  <a:pt x="0" y="86061"/>
                </a:cubicBezTo>
                <a:lnTo>
                  <a:pt x="0" y="101636"/>
                </a:lnTo>
                <a:cubicBezTo>
                  <a:pt x="0" y="112035"/>
                  <a:pt x="23597" y="120457"/>
                  <a:pt x="52700" y="120457"/>
                </a:cubicBezTo>
                <a:cubicBezTo>
                  <a:pt x="81803" y="120457"/>
                  <a:pt x="105400" y="112035"/>
                  <a:pt x="105400" y="101636"/>
                </a:cubicBezTo>
                <a:lnTo>
                  <a:pt x="105400" y="86061"/>
                </a:lnTo>
                <a:cubicBezTo>
                  <a:pt x="101918" y="88367"/>
                  <a:pt x="97919" y="90225"/>
                  <a:pt x="93754" y="91708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9" name="Text 17"/>
          <p:cNvSpPr/>
          <p:nvPr/>
        </p:nvSpPr>
        <p:spPr>
          <a:xfrm>
            <a:off x="735650" y="4607492"/>
            <a:ext cx="123898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Winning DNA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1503" y="3239441"/>
            <a:ext cx="5661493" cy="1712215"/>
          </a:xfrm>
          <a:custGeom>
            <a:avLst/>
            <a:gdLst/>
            <a:ahLst/>
            <a:cxnLst/>
            <a:rect l="l" t="t" r="r" b="b"/>
            <a:pathLst>
              <a:path w="5661493" h="1712215">
                <a:moveTo>
                  <a:pt x="0" y="0"/>
                </a:moveTo>
                <a:lnTo>
                  <a:pt x="5661493" y="0"/>
                </a:lnTo>
                <a:lnTo>
                  <a:pt x="5661493" y="1712215"/>
                </a:lnTo>
                <a:lnTo>
                  <a:pt x="0" y="171221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1503" y="3239441"/>
            <a:ext cx="5661493" cy="34416"/>
          </a:xfrm>
          <a:custGeom>
            <a:avLst/>
            <a:gdLst/>
            <a:ahLst/>
            <a:cxnLst/>
            <a:rect l="l" t="t" r="r" b="b"/>
            <a:pathLst>
              <a:path w="5661493" h="34416">
                <a:moveTo>
                  <a:pt x="0" y="0"/>
                </a:moveTo>
                <a:lnTo>
                  <a:pt x="5661493" y="0"/>
                </a:lnTo>
                <a:lnTo>
                  <a:pt x="56614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3585" y="3428731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0" y="0"/>
                </a:moveTo>
                <a:lnTo>
                  <a:pt x="412996" y="0"/>
                </a:lnTo>
                <a:lnTo>
                  <a:pt x="412996" y="412996"/>
                </a:lnTo>
                <a:lnTo>
                  <a:pt x="0" y="412996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3287" y="3549188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121264" y="403"/>
                </a:moveTo>
                <a:cubicBezTo>
                  <a:pt x="115550" y="-1244"/>
                  <a:pt x="109601" y="2084"/>
                  <a:pt x="107954" y="7797"/>
                </a:cubicBezTo>
                <a:lnTo>
                  <a:pt x="64934" y="158369"/>
                </a:lnTo>
                <a:cubicBezTo>
                  <a:pt x="63287" y="164083"/>
                  <a:pt x="66615" y="170032"/>
                  <a:pt x="72328" y="171679"/>
                </a:cubicBezTo>
                <a:cubicBezTo>
                  <a:pt x="78042" y="173325"/>
                  <a:pt x="83991" y="169998"/>
                  <a:pt x="85638" y="164284"/>
                </a:cubicBezTo>
                <a:lnTo>
                  <a:pt x="128658" y="13713"/>
                </a:lnTo>
                <a:cubicBezTo>
                  <a:pt x="130305" y="7999"/>
                  <a:pt x="126978" y="2050"/>
                  <a:pt x="121264" y="403"/>
                </a:cubicBezTo>
                <a:close/>
                <a:moveTo>
                  <a:pt x="142976" y="46146"/>
                </a:moveTo>
                <a:cubicBezTo>
                  <a:pt x="138775" y="50347"/>
                  <a:pt x="138775" y="57170"/>
                  <a:pt x="142976" y="61371"/>
                </a:cubicBezTo>
                <a:lnTo>
                  <a:pt x="167645" y="86041"/>
                </a:lnTo>
                <a:lnTo>
                  <a:pt x="142976" y="110710"/>
                </a:lnTo>
                <a:cubicBezTo>
                  <a:pt x="138775" y="114912"/>
                  <a:pt x="138775" y="121734"/>
                  <a:pt x="142976" y="125936"/>
                </a:cubicBezTo>
                <a:cubicBezTo>
                  <a:pt x="147177" y="130137"/>
                  <a:pt x="154000" y="130137"/>
                  <a:pt x="158201" y="125936"/>
                </a:cubicBezTo>
                <a:lnTo>
                  <a:pt x="190466" y="93670"/>
                </a:lnTo>
                <a:cubicBezTo>
                  <a:pt x="194668" y="89469"/>
                  <a:pt x="194668" y="82646"/>
                  <a:pt x="190466" y="78445"/>
                </a:cubicBezTo>
                <a:lnTo>
                  <a:pt x="158201" y="46180"/>
                </a:lnTo>
                <a:cubicBezTo>
                  <a:pt x="154000" y="41979"/>
                  <a:pt x="147177" y="41979"/>
                  <a:pt x="142976" y="46180"/>
                </a:cubicBezTo>
                <a:close/>
                <a:moveTo>
                  <a:pt x="50650" y="46146"/>
                </a:moveTo>
                <a:cubicBezTo>
                  <a:pt x="46449" y="41945"/>
                  <a:pt x="39626" y="41945"/>
                  <a:pt x="35425" y="46146"/>
                </a:cubicBezTo>
                <a:lnTo>
                  <a:pt x="3159" y="78412"/>
                </a:lnTo>
                <a:cubicBezTo>
                  <a:pt x="-1042" y="82613"/>
                  <a:pt x="-1042" y="89436"/>
                  <a:pt x="3159" y="93637"/>
                </a:cubicBezTo>
                <a:lnTo>
                  <a:pt x="35425" y="125902"/>
                </a:lnTo>
                <a:cubicBezTo>
                  <a:pt x="39626" y="130103"/>
                  <a:pt x="46449" y="130103"/>
                  <a:pt x="50650" y="125902"/>
                </a:cubicBezTo>
                <a:cubicBezTo>
                  <a:pt x="54851" y="121701"/>
                  <a:pt x="54851" y="114878"/>
                  <a:pt x="50650" y="110677"/>
                </a:cubicBezTo>
                <a:lnTo>
                  <a:pt x="25980" y="86041"/>
                </a:lnTo>
                <a:lnTo>
                  <a:pt x="50616" y="61371"/>
                </a:lnTo>
                <a:cubicBezTo>
                  <a:pt x="54817" y="57170"/>
                  <a:pt x="54817" y="50347"/>
                  <a:pt x="50616" y="46146"/>
                </a:cubicBezTo>
                <a:close/>
              </a:path>
            </a:pathLst>
          </a:custGeom>
          <a:solidFill>
            <a:srgbClr val="E8E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869831" y="3514772"/>
            <a:ext cx="119596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Architect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3585" y="3944977"/>
            <a:ext cx="538616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&amp; No-Code specialist who debugs in real-time and teaches "Clean Code" principles used by Silicon Valley professionals.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3585" y="4499941"/>
            <a:ext cx="5317330" cy="8604"/>
          </a:xfrm>
          <a:custGeom>
            <a:avLst/>
            <a:gdLst/>
            <a:ahLst/>
            <a:cxnLst/>
            <a:rect l="l" t="t" r="r" b="b"/>
            <a:pathLst>
              <a:path w="5317330" h="8604">
                <a:moveTo>
                  <a:pt x="0" y="0"/>
                </a:moveTo>
                <a:lnTo>
                  <a:pt x="5317330" y="0"/>
                </a:lnTo>
                <a:lnTo>
                  <a:pt x="5317330" y="8604"/>
                </a:lnTo>
                <a:lnTo>
                  <a:pt x="0" y="8604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55736" y="4633304"/>
            <a:ext cx="150572" cy="120457"/>
          </a:xfrm>
          <a:custGeom>
            <a:avLst/>
            <a:gdLst/>
            <a:ahLst/>
            <a:cxnLst/>
            <a:rect l="l" t="t" r="r" b="b"/>
            <a:pathLst>
              <a:path w="150572" h="120457">
                <a:moveTo>
                  <a:pt x="15057" y="22586"/>
                </a:moveTo>
                <a:cubicBezTo>
                  <a:pt x="15057" y="14281"/>
                  <a:pt x="21809" y="7529"/>
                  <a:pt x="30114" y="7529"/>
                </a:cubicBezTo>
                <a:lnTo>
                  <a:pt x="120457" y="7529"/>
                </a:lnTo>
                <a:cubicBezTo>
                  <a:pt x="128762" y="7529"/>
                  <a:pt x="135514" y="14281"/>
                  <a:pt x="135514" y="22586"/>
                </a:cubicBezTo>
                <a:lnTo>
                  <a:pt x="135514" y="79050"/>
                </a:lnTo>
                <a:lnTo>
                  <a:pt x="120457" y="79050"/>
                </a:lnTo>
                <a:lnTo>
                  <a:pt x="120457" y="22586"/>
                </a:lnTo>
                <a:lnTo>
                  <a:pt x="30114" y="22586"/>
                </a:lnTo>
                <a:lnTo>
                  <a:pt x="30114" y="79050"/>
                </a:lnTo>
                <a:lnTo>
                  <a:pt x="15057" y="79050"/>
                </a:lnTo>
                <a:lnTo>
                  <a:pt x="15057" y="22586"/>
                </a:lnTo>
                <a:close/>
                <a:moveTo>
                  <a:pt x="0" y="94860"/>
                </a:moveTo>
                <a:cubicBezTo>
                  <a:pt x="0" y="92366"/>
                  <a:pt x="2023" y="90343"/>
                  <a:pt x="4517" y="90343"/>
                </a:cubicBezTo>
                <a:lnTo>
                  <a:pt x="146054" y="90343"/>
                </a:lnTo>
                <a:cubicBezTo>
                  <a:pt x="148548" y="90343"/>
                  <a:pt x="150572" y="92366"/>
                  <a:pt x="150572" y="94860"/>
                </a:cubicBezTo>
                <a:cubicBezTo>
                  <a:pt x="150572" y="104835"/>
                  <a:pt x="142478" y="112929"/>
                  <a:pt x="132503" y="112929"/>
                </a:cubicBezTo>
                <a:lnTo>
                  <a:pt x="18069" y="112929"/>
                </a:lnTo>
                <a:cubicBezTo>
                  <a:pt x="8093" y="112929"/>
                  <a:pt x="0" y="104835"/>
                  <a:pt x="0" y="94860"/>
                </a:cubicBezTo>
                <a:close/>
                <a:moveTo>
                  <a:pt x="66110" y="49171"/>
                </a:moveTo>
                <a:lnTo>
                  <a:pt x="58817" y="56464"/>
                </a:lnTo>
                <a:lnTo>
                  <a:pt x="66110" y="63758"/>
                </a:lnTo>
                <a:cubicBezTo>
                  <a:pt x="68322" y="65969"/>
                  <a:pt x="68322" y="69545"/>
                  <a:pt x="66110" y="71733"/>
                </a:cubicBezTo>
                <a:cubicBezTo>
                  <a:pt x="63899" y="73921"/>
                  <a:pt x="60323" y="73945"/>
                  <a:pt x="58135" y="71733"/>
                </a:cubicBezTo>
                <a:lnTo>
                  <a:pt x="46842" y="60440"/>
                </a:lnTo>
                <a:cubicBezTo>
                  <a:pt x="44630" y="58229"/>
                  <a:pt x="44630" y="54653"/>
                  <a:pt x="46842" y="52465"/>
                </a:cubicBezTo>
                <a:lnTo>
                  <a:pt x="58135" y="41172"/>
                </a:lnTo>
                <a:cubicBezTo>
                  <a:pt x="60346" y="38960"/>
                  <a:pt x="63922" y="38960"/>
                  <a:pt x="66110" y="41172"/>
                </a:cubicBezTo>
                <a:cubicBezTo>
                  <a:pt x="68298" y="43383"/>
                  <a:pt x="68322" y="46960"/>
                  <a:pt x="66110" y="49148"/>
                </a:cubicBezTo>
                <a:close/>
                <a:moveTo>
                  <a:pt x="92460" y="41172"/>
                </a:moveTo>
                <a:lnTo>
                  <a:pt x="103753" y="52465"/>
                </a:lnTo>
                <a:cubicBezTo>
                  <a:pt x="105965" y="54676"/>
                  <a:pt x="105965" y="58252"/>
                  <a:pt x="103753" y="60440"/>
                </a:cubicBezTo>
                <a:lnTo>
                  <a:pt x="92460" y="71733"/>
                </a:lnTo>
                <a:cubicBezTo>
                  <a:pt x="90249" y="73945"/>
                  <a:pt x="86673" y="73945"/>
                  <a:pt x="84485" y="71733"/>
                </a:cubicBezTo>
                <a:cubicBezTo>
                  <a:pt x="82297" y="69522"/>
                  <a:pt x="82273" y="65946"/>
                  <a:pt x="84485" y="63758"/>
                </a:cubicBezTo>
                <a:lnTo>
                  <a:pt x="91778" y="56464"/>
                </a:lnTo>
                <a:lnTo>
                  <a:pt x="84485" y="49171"/>
                </a:lnTo>
                <a:cubicBezTo>
                  <a:pt x="82273" y="46960"/>
                  <a:pt x="82273" y="43383"/>
                  <a:pt x="84485" y="41195"/>
                </a:cubicBezTo>
                <a:cubicBezTo>
                  <a:pt x="86696" y="39007"/>
                  <a:pt x="90272" y="38984"/>
                  <a:pt x="92460" y="4119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6572989" y="4607492"/>
            <a:ext cx="1187365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Debugging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4164" y="5140946"/>
            <a:ext cx="5661493" cy="1712215"/>
          </a:xfrm>
          <a:custGeom>
            <a:avLst/>
            <a:gdLst/>
            <a:ahLst/>
            <a:cxnLst/>
            <a:rect l="l" t="t" r="r" b="b"/>
            <a:pathLst>
              <a:path w="5661493" h="1712215">
                <a:moveTo>
                  <a:pt x="0" y="0"/>
                </a:moveTo>
                <a:lnTo>
                  <a:pt x="5661493" y="0"/>
                </a:lnTo>
                <a:lnTo>
                  <a:pt x="5661493" y="1712215"/>
                </a:lnTo>
                <a:lnTo>
                  <a:pt x="0" y="171221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0" name="Shape 28"/>
          <p:cNvSpPr/>
          <p:nvPr/>
        </p:nvSpPr>
        <p:spPr>
          <a:xfrm>
            <a:off x="344164" y="5140946"/>
            <a:ext cx="5661493" cy="34416"/>
          </a:xfrm>
          <a:custGeom>
            <a:avLst/>
            <a:gdLst/>
            <a:ahLst/>
            <a:cxnLst/>
            <a:rect l="l" t="t" r="r" b="b"/>
            <a:pathLst>
              <a:path w="5661493" h="34416">
                <a:moveTo>
                  <a:pt x="0" y="0"/>
                </a:moveTo>
                <a:lnTo>
                  <a:pt x="5661493" y="0"/>
                </a:lnTo>
                <a:lnTo>
                  <a:pt x="56614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246" y="533023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0" y="0"/>
                </a:moveTo>
                <a:lnTo>
                  <a:pt x="412996" y="0"/>
                </a:lnTo>
                <a:lnTo>
                  <a:pt x="412996" y="412996"/>
                </a:lnTo>
                <a:lnTo>
                  <a:pt x="0" y="412996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213" y="5450693"/>
            <a:ext cx="129061" cy="172082"/>
          </a:xfrm>
          <a:custGeom>
            <a:avLst/>
            <a:gdLst/>
            <a:ahLst/>
            <a:cxnLst/>
            <a:rect l="l" t="t" r="r" b="b"/>
            <a:pathLst>
              <a:path w="129061" h="172082">
                <a:moveTo>
                  <a:pt x="0" y="21510"/>
                </a:moveTo>
                <a:cubicBezTo>
                  <a:pt x="0" y="9646"/>
                  <a:pt x="9646" y="0"/>
                  <a:pt x="21510" y="0"/>
                </a:cubicBezTo>
                <a:lnTo>
                  <a:pt x="71757" y="0"/>
                </a:lnTo>
                <a:cubicBezTo>
                  <a:pt x="77470" y="0"/>
                  <a:pt x="82949" y="2252"/>
                  <a:pt x="86982" y="6285"/>
                </a:cubicBezTo>
                <a:lnTo>
                  <a:pt x="122776" y="42113"/>
                </a:lnTo>
                <a:cubicBezTo>
                  <a:pt x="126810" y="46146"/>
                  <a:pt x="129061" y="51625"/>
                  <a:pt x="129061" y="57338"/>
                </a:cubicBezTo>
                <a:lnTo>
                  <a:pt x="129061" y="150572"/>
                </a:lnTo>
                <a:cubicBezTo>
                  <a:pt x="129061" y="162436"/>
                  <a:pt x="119415" y="172082"/>
                  <a:pt x="107551" y="172082"/>
                </a:cubicBezTo>
                <a:lnTo>
                  <a:pt x="21510" y="172082"/>
                </a:lnTo>
                <a:cubicBezTo>
                  <a:pt x="9646" y="172082"/>
                  <a:pt x="0" y="162436"/>
                  <a:pt x="0" y="150572"/>
                </a:cubicBezTo>
                <a:lnTo>
                  <a:pt x="0" y="21510"/>
                </a:lnTo>
                <a:close/>
                <a:moveTo>
                  <a:pt x="69908" y="19662"/>
                </a:moveTo>
                <a:lnTo>
                  <a:pt x="69908" y="51087"/>
                </a:lnTo>
                <a:cubicBezTo>
                  <a:pt x="69908" y="55557"/>
                  <a:pt x="73504" y="59153"/>
                  <a:pt x="77975" y="59153"/>
                </a:cubicBezTo>
                <a:lnTo>
                  <a:pt x="109400" y="59153"/>
                </a:lnTo>
                <a:lnTo>
                  <a:pt x="69908" y="19662"/>
                </a:lnTo>
                <a:close/>
                <a:moveTo>
                  <a:pt x="29577" y="21510"/>
                </a:moveTo>
                <a:cubicBezTo>
                  <a:pt x="25106" y="21510"/>
                  <a:pt x="21510" y="25106"/>
                  <a:pt x="21510" y="29577"/>
                </a:cubicBezTo>
                <a:cubicBezTo>
                  <a:pt x="21510" y="34047"/>
                  <a:pt x="25106" y="37643"/>
                  <a:pt x="29577" y="37643"/>
                </a:cubicBezTo>
                <a:lnTo>
                  <a:pt x="45709" y="37643"/>
                </a:lnTo>
                <a:cubicBezTo>
                  <a:pt x="50179" y="37643"/>
                  <a:pt x="53776" y="34047"/>
                  <a:pt x="53776" y="29577"/>
                </a:cubicBezTo>
                <a:cubicBezTo>
                  <a:pt x="53776" y="25106"/>
                  <a:pt x="50179" y="21510"/>
                  <a:pt x="45709" y="21510"/>
                </a:cubicBezTo>
                <a:lnTo>
                  <a:pt x="29577" y="21510"/>
                </a:lnTo>
                <a:close/>
                <a:moveTo>
                  <a:pt x="29577" y="53776"/>
                </a:moveTo>
                <a:cubicBezTo>
                  <a:pt x="25106" y="53776"/>
                  <a:pt x="21510" y="57372"/>
                  <a:pt x="21510" y="61842"/>
                </a:cubicBezTo>
                <a:cubicBezTo>
                  <a:pt x="21510" y="66312"/>
                  <a:pt x="25106" y="69908"/>
                  <a:pt x="29577" y="69908"/>
                </a:cubicBezTo>
                <a:lnTo>
                  <a:pt x="45709" y="69908"/>
                </a:lnTo>
                <a:cubicBezTo>
                  <a:pt x="50179" y="69908"/>
                  <a:pt x="53776" y="66312"/>
                  <a:pt x="53776" y="61842"/>
                </a:cubicBezTo>
                <a:cubicBezTo>
                  <a:pt x="53776" y="57372"/>
                  <a:pt x="50179" y="53776"/>
                  <a:pt x="45709" y="53776"/>
                </a:cubicBezTo>
                <a:lnTo>
                  <a:pt x="29577" y="53776"/>
                </a:lnTo>
                <a:close/>
                <a:moveTo>
                  <a:pt x="53204" y="107551"/>
                </a:moveTo>
                <a:cubicBezTo>
                  <a:pt x="49406" y="107551"/>
                  <a:pt x="45844" y="109265"/>
                  <a:pt x="43491" y="112223"/>
                </a:cubicBezTo>
                <a:lnTo>
                  <a:pt x="23292" y="137464"/>
                </a:lnTo>
                <a:cubicBezTo>
                  <a:pt x="20502" y="140926"/>
                  <a:pt x="21073" y="146034"/>
                  <a:pt x="24535" y="148790"/>
                </a:cubicBezTo>
                <a:cubicBezTo>
                  <a:pt x="27997" y="151546"/>
                  <a:pt x="33106" y="151009"/>
                  <a:pt x="35862" y="147513"/>
                </a:cubicBezTo>
                <a:lnTo>
                  <a:pt x="51692" y="127751"/>
                </a:lnTo>
                <a:lnTo>
                  <a:pt x="56800" y="144791"/>
                </a:lnTo>
                <a:cubicBezTo>
                  <a:pt x="57809" y="148219"/>
                  <a:pt x="60968" y="150538"/>
                  <a:pt x="64531" y="150538"/>
                </a:cubicBezTo>
                <a:lnTo>
                  <a:pt x="99485" y="150538"/>
                </a:lnTo>
                <a:cubicBezTo>
                  <a:pt x="103955" y="150538"/>
                  <a:pt x="107551" y="146942"/>
                  <a:pt x="107551" y="142472"/>
                </a:cubicBezTo>
                <a:cubicBezTo>
                  <a:pt x="107551" y="138002"/>
                  <a:pt x="103955" y="134405"/>
                  <a:pt x="99485" y="134405"/>
                </a:cubicBezTo>
                <a:lnTo>
                  <a:pt x="70547" y="134405"/>
                </a:lnTo>
                <a:lnTo>
                  <a:pt x="65136" y="116391"/>
                </a:lnTo>
                <a:cubicBezTo>
                  <a:pt x="63556" y="111114"/>
                  <a:pt x="58716" y="107518"/>
                  <a:pt x="53204" y="10751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1032491" y="5416277"/>
            <a:ext cx="115294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 Liaison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246" y="5846481"/>
            <a:ext cx="538616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compliance officer. Knows every House.gov rule, ensuring the 1-3 minute demonstration video and documentation are perfect.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6246" y="6401445"/>
            <a:ext cx="5317330" cy="8604"/>
          </a:xfrm>
          <a:custGeom>
            <a:avLst/>
            <a:gdLst/>
            <a:ahLst/>
            <a:cxnLst/>
            <a:rect l="l" t="t" r="r" b="b"/>
            <a:pathLst>
              <a:path w="5317330" h="8604">
                <a:moveTo>
                  <a:pt x="0" y="0"/>
                </a:moveTo>
                <a:lnTo>
                  <a:pt x="5317330" y="0"/>
                </a:lnTo>
                <a:lnTo>
                  <a:pt x="5317330" y="8604"/>
                </a:lnTo>
                <a:lnTo>
                  <a:pt x="0" y="8604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3454" y="6534809"/>
            <a:ext cx="120457" cy="120457"/>
          </a:xfrm>
          <a:custGeom>
            <a:avLst/>
            <a:gdLst/>
            <a:ahLst/>
            <a:cxnLst/>
            <a:rect l="l" t="t" r="r" b="b"/>
            <a:pathLst>
              <a:path w="120457" h="120457">
                <a:moveTo>
                  <a:pt x="60229" y="120457"/>
                </a:moveTo>
                <a:cubicBezTo>
                  <a:pt x="93470" y="120457"/>
                  <a:pt x="120457" y="93470"/>
                  <a:pt x="120457" y="60229"/>
                </a:cubicBezTo>
                <a:cubicBezTo>
                  <a:pt x="120457" y="26988"/>
                  <a:pt x="93470" y="0"/>
                  <a:pt x="60229" y="0"/>
                </a:cubicBezTo>
                <a:cubicBezTo>
                  <a:pt x="26988" y="0"/>
                  <a:pt x="0" y="26988"/>
                  <a:pt x="0" y="60229"/>
                </a:cubicBezTo>
                <a:cubicBezTo>
                  <a:pt x="0" y="93470"/>
                  <a:pt x="26988" y="120457"/>
                  <a:pt x="60229" y="120457"/>
                </a:cubicBezTo>
                <a:close/>
                <a:moveTo>
                  <a:pt x="80085" y="50042"/>
                </a:moveTo>
                <a:lnTo>
                  <a:pt x="61264" y="80156"/>
                </a:lnTo>
                <a:cubicBezTo>
                  <a:pt x="60276" y="81732"/>
                  <a:pt x="58582" y="82720"/>
                  <a:pt x="56723" y="82814"/>
                </a:cubicBezTo>
                <a:cubicBezTo>
                  <a:pt x="54865" y="82909"/>
                  <a:pt x="53076" y="82062"/>
                  <a:pt x="51971" y="80556"/>
                </a:cubicBezTo>
                <a:lnTo>
                  <a:pt x="40678" y="65499"/>
                </a:lnTo>
                <a:cubicBezTo>
                  <a:pt x="38796" y="63005"/>
                  <a:pt x="39313" y="59476"/>
                  <a:pt x="41807" y="57594"/>
                </a:cubicBezTo>
                <a:cubicBezTo>
                  <a:pt x="44301" y="55712"/>
                  <a:pt x="47830" y="56229"/>
                  <a:pt x="49712" y="58723"/>
                </a:cubicBezTo>
                <a:lnTo>
                  <a:pt x="56064" y="67193"/>
                </a:lnTo>
                <a:lnTo>
                  <a:pt x="70510" y="44066"/>
                </a:lnTo>
                <a:cubicBezTo>
                  <a:pt x="72157" y="41431"/>
                  <a:pt x="75639" y="40607"/>
                  <a:pt x="78297" y="42278"/>
                </a:cubicBezTo>
                <a:cubicBezTo>
                  <a:pt x="80956" y="43948"/>
                  <a:pt x="81756" y="47407"/>
                  <a:pt x="80085" y="5006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7" name="Text 35"/>
          <p:cNvSpPr/>
          <p:nvPr/>
        </p:nvSpPr>
        <p:spPr>
          <a:xfrm>
            <a:off x="735650" y="6508996"/>
            <a:ext cx="130782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Submission Compliance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1503" y="5140946"/>
            <a:ext cx="5661493" cy="1712215"/>
          </a:xfrm>
          <a:custGeom>
            <a:avLst/>
            <a:gdLst/>
            <a:ahLst/>
            <a:cxnLst/>
            <a:rect l="l" t="t" r="r" b="b"/>
            <a:pathLst>
              <a:path w="5661493" h="1712215">
                <a:moveTo>
                  <a:pt x="0" y="0"/>
                </a:moveTo>
                <a:lnTo>
                  <a:pt x="5661493" y="0"/>
                </a:lnTo>
                <a:lnTo>
                  <a:pt x="5661493" y="1712215"/>
                </a:lnTo>
                <a:lnTo>
                  <a:pt x="0" y="171221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9" name="Shape 37"/>
          <p:cNvSpPr/>
          <p:nvPr/>
        </p:nvSpPr>
        <p:spPr>
          <a:xfrm>
            <a:off x="6181503" y="5140946"/>
            <a:ext cx="5661493" cy="34416"/>
          </a:xfrm>
          <a:custGeom>
            <a:avLst/>
            <a:gdLst/>
            <a:ahLst/>
            <a:cxnLst/>
            <a:rect l="l" t="t" r="r" b="b"/>
            <a:pathLst>
              <a:path w="5661493" h="34416">
                <a:moveTo>
                  <a:pt x="0" y="0"/>
                </a:moveTo>
                <a:lnTo>
                  <a:pt x="5661493" y="0"/>
                </a:lnTo>
                <a:lnTo>
                  <a:pt x="5661493" y="34416"/>
                </a:lnTo>
                <a:lnTo>
                  <a:pt x="0" y="3441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3585" y="5330236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0" y="0"/>
                </a:moveTo>
                <a:lnTo>
                  <a:pt x="412996" y="0"/>
                </a:lnTo>
                <a:lnTo>
                  <a:pt x="412996" y="412996"/>
                </a:lnTo>
                <a:lnTo>
                  <a:pt x="0" y="412996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63287" y="5450693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32265" y="21510"/>
                </a:moveTo>
                <a:cubicBezTo>
                  <a:pt x="20401" y="21510"/>
                  <a:pt x="10755" y="31156"/>
                  <a:pt x="10755" y="43020"/>
                </a:cubicBezTo>
                <a:lnTo>
                  <a:pt x="10755" y="129061"/>
                </a:lnTo>
                <a:cubicBezTo>
                  <a:pt x="10755" y="140926"/>
                  <a:pt x="20401" y="150572"/>
                  <a:pt x="32265" y="150572"/>
                </a:cubicBezTo>
                <a:lnTo>
                  <a:pt x="118306" y="150572"/>
                </a:lnTo>
                <a:cubicBezTo>
                  <a:pt x="130171" y="150572"/>
                  <a:pt x="139817" y="140926"/>
                  <a:pt x="139817" y="129061"/>
                </a:cubicBezTo>
                <a:lnTo>
                  <a:pt x="139817" y="43020"/>
                </a:lnTo>
                <a:cubicBezTo>
                  <a:pt x="139817" y="31156"/>
                  <a:pt x="130171" y="21510"/>
                  <a:pt x="118306" y="21510"/>
                </a:cubicBezTo>
                <a:lnTo>
                  <a:pt x="32265" y="21510"/>
                </a:lnTo>
                <a:close/>
                <a:moveTo>
                  <a:pt x="155949" y="112929"/>
                </a:moveTo>
                <a:lnTo>
                  <a:pt x="180652" y="132691"/>
                </a:lnTo>
                <a:cubicBezTo>
                  <a:pt x="182064" y="133834"/>
                  <a:pt x="183812" y="134439"/>
                  <a:pt x="185627" y="134439"/>
                </a:cubicBezTo>
                <a:cubicBezTo>
                  <a:pt x="190029" y="134439"/>
                  <a:pt x="193592" y="130876"/>
                  <a:pt x="193592" y="126473"/>
                </a:cubicBezTo>
                <a:lnTo>
                  <a:pt x="193592" y="45608"/>
                </a:lnTo>
                <a:cubicBezTo>
                  <a:pt x="193592" y="41206"/>
                  <a:pt x="190029" y="37643"/>
                  <a:pt x="185627" y="37643"/>
                </a:cubicBezTo>
                <a:cubicBezTo>
                  <a:pt x="183812" y="37643"/>
                  <a:pt x="182064" y="38248"/>
                  <a:pt x="180652" y="39391"/>
                </a:cubicBezTo>
                <a:lnTo>
                  <a:pt x="155949" y="59153"/>
                </a:lnTo>
                <a:lnTo>
                  <a:pt x="155949" y="1129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869831" y="5416277"/>
            <a:ext cx="121317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Director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3585" y="5846481"/>
            <a:ext cx="538616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storytelling expert who helps script, storyboard, and edit the final pitch video that judges actually want to watch.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3585" y="6401445"/>
            <a:ext cx="5317330" cy="8604"/>
          </a:xfrm>
          <a:custGeom>
            <a:avLst/>
            <a:gdLst/>
            <a:ahLst/>
            <a:cxnLst/>
            <a:rect l="l" t="t" r="r" b="b"/>
            <a:pathLst>
              <a:path w="5317330" h="8604">
                <a:moveTo>
                  <a:pt x="0" y="0"/>
                </a:moveTo>
                <a:lnTo>
                  <a:pt x="5317330" y="0"/>
                </a:lnTo>
                <a:lnTo>
                  <a:pt x="5317330" y="8604"/>
                </a:lnTo>
                <a:lnTo>
                  <a:pt x="0" y="8604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78322" y="6534809"/>
            <a:ext cx="105400" cy="120457"/>
          </a:xfrm>
          <a:custGeom>
            <a:avLst/>
            <a:gdLst/>
            <a:ahLst/>
            <a:cxnLst/>
            <a:rect l="l" t="t" r="r" b="b"/>
            <a:pathLst>
              <a:path w="105400" h="120457">
                <a:moveTo>
                  <a:pt x="0" y="22586"/>
                </a:moveTo>
                <a:cubicBezTo>
                  <a:pt x="0" y="14281"/>
                  <a:pt x="6752" y="7529"/>
                  <a:pt x="15057" y="7529"/>
                </a:cubicBezTo>
                <a:lnTo>
                  <a:pt x="90343" y="7529"/>
                </a:lnTo>
                <a:cubicBezTo>
                  <a:pt x="98648" y="7529"/>
                  <a:pt x="105400" y="14281"/>
                  <a:pt x="105400" y="22586"/>
                </a:cubicBezTo>
                <a:lnTo>
                  <a:pt x="105400" y="97872"/>
                </a:lnTo>
                <a:cubicBezTo>
                  <a:pt x="105400" y="106177"/>
                  <a:pt x="98648" y="112929"/>
                  <a:pt x="90343" y="112929"/>
                </a:cubicBezTo>
                <a:lnTo>
                  <a:pt x="15057" y="112929"/>
                </a:lnTo>
                <a:cubicBezTo>
                  <a:pt x="6752" y="112929"/>
                  <a:pt x="0" y="106177"/>
                  <a:pt x="0" y="97872"/>
                </a:cubicBezTo>
                <a:lnTo>
                  <a:pt x="0" y="22586"/>
                </a:lnTo>
                <a:close/>
                <a:moveTo>
                  <a:pt x="11293" y="86579"/>
                </a:moveTo>
                <a:lnTo>
                  <a:pt x="11293" y="94107"/>
                </a:lnTo>
                <a:cubicBezTo>
                  <a:pt x="11293" y="96178"/>
                  <a:pt x="12987" y="97872"/>
                  <a:pt x="15057" y="97872"/>
                </a:cubicBezTo>
                <a:lnTo>
                  <a:pt x="22586" y="97872"/>
                </a:lnTo>
                <a:cubicBezTo>
                  <a:pt x="24656" y="97872"/>
                  <a:pt x="26350" y="96178"/>
                  <a:pt x="26350" y="94107"/>
                </a:cubicBezTo>
                <a:lnTo>
                  <a:pt x="26350" y="86579"/>
                </a:lnTo>
                <a:cubicBezTo>
                  <a:pt x="26350" y="84508"/>
                  <a:pt x="24656" y="82814"/>
                  <a:pt x="22586" y="82814"/>
                </a:cubicBezTo>
                <a:lnTo>
                  <a:pt x="15057" y="82814"/>
                </a:lnTo>
                <a:cubicBezTo>
                  <a:pt x="12987" y="82814"/>
                  <a:pt x="11293" y="84508"/>
                  <a:pt x="11293" y="86579"/>
                </a:cubicBezTo>
                <a:close/>
                <a:moveTo>
                  <a:pt x="82814" y="82814"/>
                </a:moveTo>
                <a:cubicBezTo>
                  <a:pt x="80744" y="82814"/>
                  <a:pt x="79050" y="84508"/>
                  <a:pt x="79050" y="86579"/>
                </a:cubicBezTo>
                <a:lnTo>
                  <a:pt x="79050" y="94107"/>
                </a:lnTo>
                <a:cubicBezTo>
                  <a:pt x="79050" y="96178"/>
                  <a:pt x="80744" y="97872"/>
                  <a:pt x="82814" y="97872"/>
                </a:cubicBezTo>
                <a:lnTo>
                  <a:pt x="90343" y="97872"/>
                </a:lnTo>
                <a:cubicBezTo>
                  <a:pt x="92413" y="97872"/>
                  <a:pt x="94107" y="96178"/>
                  <a:pt x="94107" y="94107"/>
                </a:cubicBezTo>
                <a:lnTo>
                  <a:pt x="94107" y="86579"/>
                </a:lnTo>
                <a:cubicBezTo>
                  <a:pt x="94107" y="84508"/>
                  <a:pt x="92413" y="82814"/>
                  <a:pt x="90343" y="82814"/>
                </a:cubicBezTo>
                <a:lnTo>
                  <a:pt x="82814" y="82814"/>
                </a:lnTo>
                <a:close/>
                <a:moveTo>
                  <a:pt x="11293" y="56464"/>
                </a:moveTo>
                <a:lnTo>
                  <a:pt x="11293" y="63993"/>
                </a:lnTo>
                <a:cubicBezTo>
                  <a:pt x="11293" y="66063"/>
                  <a:pt x="12987" y="67757"/>
                  <a:pt x="15057" y="67757"/>
                </a:cubicBezTo>
                <a:lnTo>
                  <a:pt x="22586" y="67757"/>
                </a:lnTo>
                <a:cubicBezTo>
                  <a:pt x="24656" y="67757"/>
                  <a:pt x="26350" y="66063"/>
                  <a:pt x="26350" y="63993"/>
                </a:cubicBezTo>
                <a:lnTo>
                  <a:pt x="26350" y="56464"/>
                </a:lnTo>
                <a:cubicBezTo>
                  <a:pt x="26350" y="54394"/>
                  <a:pt x="24656" y="52700"/>
                  <a:pt x="22586" y="52700"/>
                </a:cubicBezTo>
                <a:lnTo>
                  <a:pt x="15057" y="52700"/>
                </a:lnTo>
                <a:cubicBezTo>
                  <a:pt x="12987" y="52700"/>
                  <a:pt x="11293" y="54394"/>
                  <a:pt x="11293" y="56464"/>
                </a:cubicBezTo>
                <a:close/>
                <a:moveTo>
                  <a:pt x="82814" y="52700"/>
                </a:moveTo>
                <a:cubicBezTo>
                  <a:pt x="80744" y="52700"/>
                  <a:pt x="79050" y="54394"/>
                  <a:pt x="79050" y="56464"/>
                </a:cubicBezTo>
                <a:lnTo>
                  <a:pt x="79050" y="63993"/>
                </a:lnTo>
                <a:cubicBezTo>
                  <a:pt x="79050" y="66063"/>
                  <a:pt x="80744" y="67757"/>
                  <a:pt x="82814" y="67757"/>
                </a:cubicBezTo>
                <a:lnTo>
                  <a:pt x="90343" y="67757"/>
                </a:lnTo>
                <a:cubicBezTo>
                  <a:pt x="92413" y="67757"/>
                  <a:pt x="94107" y="66063"/>
                  <a:pt x="94107" y="63993"/>
                </a:cubicBezTo>
                <a:lnTo>
                  <a:pt x="94107" y="56464"/>
                </a:lnTo>
                <a:cubicBezTo>
                  <a:pt x="94107" y="54394"/>
                  <a:pt x="92413" y="52700"/>
                  <a:pt x="90343" y="52700"/>
                </a:cubicBezTo>
                <a:lnTo>
                  <a:pt x="82814" y="52700"/>
                </a:lnTo>
                <a:close/>
                <a:moveTo>
                  <a:pt x="11293" y="26350"/>
                </a:moveTo>
                <a:lnTo>
                  <a:pt x="11293" y="33879"/>
                </a:lnTo>
                <a:cubicBezTo>
                  <a:pt x="11293" y="35949"/>
                  <a:pt x="12987" y="37643"/>
                  <a:pt x="15057" y="37643"/>
                </a:cubicBezTo>
                <a:lnTo>
                  <a:pt x="22586" y="37643"/>
                </a:lnTo>
                <a:cubicBezTo>
                  <a:pt x="24656" y="37643"/>
                  <a:pt x="26350" y="35949"/>
                  <a:pt x="26350" y="33879"/>
                </a:cubicBezTo>
                <a:lnTo>
                  <a:pt x="26350" y="26350"/>
                </a:lnTo>
                <a:cubicBezTo>
                  <a:pt x="26350" y="24280"/>
                  <a:pt x="24656" y="22586"/>
                  <a:pt x="22586" y="22586"/>
                </a:cubicBezTo>
                <a:lnTo>
                  <a:pt x="15057" y="22586"/>
                </a:lnTo>
                <a:cubicBezTo>
                  <a:pt x="12987" y="22586"/>
                  <a:pt x="11293" y="24280"/>
                  <a:pt x="11293" y="26350"/>
                </a:cubicBezTo>
                <a:close/>
                <a:moveTo>
                  <a:pt x="82814" y="22586"/>
                </a:moveTo>
                <a:cubicBezTo>
                  <a:pt x="80744" y="22586"/>
                  <a:pt x="79050" y="24280"/>
                  <a:pt x="79050" y="26350"/>
                </a:cubicBezTo>
                <a:lnTo>
                  <a:pt x="79050" y="33879"/>
                </a:lnTo>
                <a:cubicBezTo>
                  <a:pt x="79050" y="35949"/>
                  <a:pt x="80744" y="37643"/>
                  <a:pt x="82814" y="37643"/>
                </a:cubicBezTo>
                <a:lnTo>
                  <a:pt x="90343" y="37643"/>
                </a:lnTo>
                <a:cubicBezTo>
                  <a:pt x="92413" y="37643"/>
                  <a:pt x="94107" y="35949"/>
                  <a:pt x="94107" y="33879"/>
                </a:cubicBezTo>
                <a:lnTo>
                  <a:pt x="94107" y="26350"/>
                </a:lnTo>
                <a:cubicBezTo>
                  <a:pt x="94107" y="24280"/>
                  <a:pt x="92413" y="22586"/>
                  <a:pt x="90343" y="22586"/>
                </a:cubicBezTo>
                <a:lnTo>
                  <a:pt x="82814" y="22586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6" name="Text 44"/>
          <p:cNvSpPr/>
          <p:nvPr/>
        </p:nvSpPr>
        <p:spPr>
          <a:xfrm>
            <a:off x="6572989" y="6508996"/>
            <a:ext cx="109272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Perfect Videos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158960f170bc5439a79da6ff92dc776529c3d4ff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95" r="19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ZeroTo1 Expert Agents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24/7 Digital Board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19200"/>
            <a:ext cx="5619750" cy="2562225"/>
          </a:xfrm>
          <a:custGeom>
            <a:avLst/>
            <a:gdLst/>
            <a:ahLst/>
            <a:cxnLst/>
            <a:rect l="l" t="t" r="r" b="b"/>
            <a:pathLst>
              <a:path w="5619750" h="2562225">
                <a:moveTo>
                  <a:pt x="0" y="0"/>
                </a:moveTo>
                <a:lnTo>
                  <a:pt x="5619750" y="0"/>
                </a:lnTo>
                <a:lnTo>
                  <a:pt x="561975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60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1466850"/>
            <a:ext cx="1724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Advisor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95400" y="17716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Intelligence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8175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133600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5 years of winning projects to identify patterns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175" y="2514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476500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ideas against Congressional Impact rubric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175" y="2857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1940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real-world problem alignment before coding begins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600" y="3205163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  <a:lnTo>
                  <a:pt x="5162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09600" y="336232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wasted months on misaligned projects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1250" y="1219200"/>
            <a:ext cx="5619750" cy="2562225"/>
          </a:xfrm>
          <a:custGeom>
            <a:avLst/>
            <a:gdLst/>
            <a:ahLst/>
            <a:cxnLst/>
            <a:rect l="l" t="t" r="r" b="b"/>
            <a:pathLst>
              <a:path w="5619750" h="2562225">
                <a:moveTo>
                  <a:pt x="0" y="0"/>
                </a:moveTo>
                <a:lnTo>
                  <a:pt x="5619750" y="0"/>
                </a:lnTo>
                <a:lnTo>
                  <a:pt x="561975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198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Shape 18"/>
          <p:cNvSpPr/>
          <p:nvPr/>
        </p:nvSpPr>
        <p:spPr>
          <a:xfrm>
            <a:off x="6557963" y="160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E8EAED"/>
          </a:solidFill>
          <a:ln/>
        </p:spPr>
      </p:sp>
      <p:sp>
        <p:nvSpPr>
          <p:cNvPr id="22" name="Text 19"/>
          <p:cNvSpPr/>
          <p:nvPr/>
        </p:nvSpPr>
        <p:spPr>
          <a:xfrm>
            <a:off x="7105650" y="1466850"/>
            <a:ext cx="1657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Architect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05650" y="17716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48425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5" name="Text 22"/>
          <p:cNvSpPr/>
          <p:nvPr/>
        </p:nvSpPr>
        <p:spPr>
          <a:xfrm>
            <a:off x="6724650" y="2133600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debugging and code optimization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48425" y="2514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7" name="Text 24"/>
          <p:cNvSpPr/>
          <p:nvPr/>
        </p:nvSpPr>
        <p:spPr>
          <a:xfrm>
            <a:off x="6724650" y="2476500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 Clean Code principles from Silicon Valley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48425" y="2857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9" name="Text 26"/>
          <p:cNvSpPr/>
          <p:nvPr/>
        </p:nvSpPr>
        <p:spPr>
          <a:xfrm>
            <a:off x="6724650" y="28194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&amp; No-Code specialization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19850" y="3205163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  <a:lnTo>
                  <a:pt x="5162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419850" y="336232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Industry-standard code quality from day one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3971925"/>
            <a:ext cx="5619750" cy="2562225"/>
          </a:xfrm>
          <a:custGeom>
            <a:avLst/>
            <a:gdLst/>
            <a:ahLst/>
            <a:cxnLst/>
            <a:rect l="l" t="t" r="r" b="b"/>
            <a:pathLst>
              <a:path w="5619750" h="2562225">
                <a:moveTo>
                  <a:pt x="0" y="0"/>
                </a:moveTo>
                <a:lnTo>
                  <a:pt x="5619750" y="0"/>
                </a:lnTo>
                <a:lnTo>
                  <a:pt x="561975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09600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4" name="Shape 31"/>
          <p:cNvSpPr/>
          <p:nvPr/>
        </p:nvSpPr>
        <p:spPr>
          <a:xfrm>
            <a:off x="790575" y="43529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2"/>
          <p:cNvSpPr/>
          <p:nvPr/>
        </p:nvSpPr>
        <p:spPr>
          <a:xfrm>
            <a:off x="1295400" y="4219575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 Liaison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295400" y="4524375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Guardian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8175" y="4924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8" name="Text 35"/>
          <p:cNvSpPr/>
          <p:nvPr/>
        </p:nvSpPr>
        <p:spPr>
          <a:xfrm>
            <a:off x="914400" y="48863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Masters every House.gov submission rule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8175" y="5267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0" name="Text 37"/>
          <p:cNvSpPr/>
          <p:nvPr/>
        </p:nvSpPr>
        <p:spPr>
          <a:xfrm>
            <a:off x="914400" y="522922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1-3 minute video requirements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8175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2" name="Text 39"/>
          <p:cNvSpPr/>
          <p:nvPr/>
        </p:nvSpPr>
        <p:spPr>
          <a:xfrm>
            <a:off x="914400" y="5572125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documentation completeness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09600" y="5957888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  <a:lnTo>
                  <a:pt x="5162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09600" y="61150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technical disqualifications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191250" y="3971925"/>
            <a:ext cx="5619750" cy="2562225"/>
          </a:xfrm>
          <a:custGeom>
            <a:avLst/>
            <a:gdLst/>
            <a:ahLst/>
            <a:cxnLst/>
            <a:rect l="l" t="t" r="r" b="b"/>
            <a:pathLst>
              <a:path w="5619750" h="2562225">
                <a:moveTo>
                  <a:pt x="0" y="0"/>
                </a:moveTo>
                <a:lnTo>
                  <a:pt x="5619750" y="0"/>
                </a:lnTo>
                <a:lnTo>
                  <a:pt x="5619750" y="2562225"/>
                </a:lnTo>
                <a:lnTo>
                  <a:pt x="0" y="2562225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19850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7" name="Shape 44"/>
          <p:cNvSpPr/>
          <p:nvPr/>
        </p:nvSpPr>
        <p:spPr>
          <a:xfrm>
            <a:off x="6557963" y="4352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5"/>
          <p:cNvSpPr/>
          <p:nvPr/>
        </p:nvSpPr>
        <p:spPr>
          <a:xfrm>
            <a:off x="7105650" y="4219575"/>
            <a:ext cx="1666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Director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105650" y="452437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Storytelling Mastery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448425" y="4924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1" name="Text 48"/>
          <p:cNvSpPr/>
          <p:nvPr/>
        </p:nvSpPr>
        <p:spPr>
          <a:xfrm>
            <a:off x="6724650" y="48863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Scripts compelling pitch narratives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48425" y="5267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3" name="Text 50"/>
          <p:cNvSpPr/>
          <p:nvPr/>
        </p:nvSpPr>
        <p:spPr>
          <a:xfrm>
            <a:off x="6724650" y="5229225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Storyboards demonstration videos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448425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5" name="Text 52"/>
          <p:cNvSpPr/>
          <p:nvPr/>
        </p:nvSpPr>
        <p:spPr>
          <a:xfrm>
            <a:off x="6724650" y="557212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Guides editing for maximum impact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419850" y="5957888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  <a:lnTo>
                  <a:pt x="5162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6419850" y="611505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Videos that captivate judges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Curriculum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April–December Journey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Months to Mastery. We Don't Rush Greatness.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81150"/>
            <a:ext cx="2743200" cy="1581150"/>
          </a:xfrm>
          <a:custGeom>
            <a:avLst/>
            <a:gdLst/>
            <a:ahLst/>
            <a:cxnLst/>
            <a:rect l="l" t="t" r="r" b="b"/>
            <a:pathLst>
              <a:path w="2743200" h="1581150">
                <a:moveTo>
                  <a:pt x="0" y="0"/>
                </a:moveTo>
                <a:lnTo>
                  <a:pt x="2743200" y="0"/>
                </a:lnTo>
                <a:lnTo>
                  <a:pt x="27432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6"/>
          <p:cNvSpPr/>
          <p:nvPr/>
        </p:nvSpPr>
        <p:spPr>
          <a:xfrm>
            <a:off x="688330" y="188595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9070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057400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3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May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324100"/>
            <a:ext cx="24288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problem-solving and competitive analysis using our "Winning DNA" database.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6600" y="1581150"/>
            <a:ext cx="2743200" cy="1581150"/>
          </a:xfrm>
          <a:custGeom>
            <a:avLst/>
            <a:gdLst/>
            <a:ahLst/>
            <a:cxnLst/>
            <a:rect l="l" t="t" r="r" b="b"/>
            <a:pathLst>
              <a:path w="2743200" h="1581150">
                <a:moveTo>
                  <a:pt x="0" y="0"/>
                </a:moveTo>
                <a:lnTo>
                  <a:pt x="2743200" y="0"/>
                </a:lnTo>
                <a:lnTo>
                  <a:pt x="27432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66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7100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9345" y="18859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62400" y="179070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&amp;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62400" y="20574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3" kern="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June – July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67100" y="2324100"/>
            <a:ext cx="2428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Wireframing, database design, and user-flow mapping. Think before you build.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581150"/>
            <a:ext cx="2743200" cy="1581150"/>
          </a:xfrm>
          <a:custGeom>
            <a:avLst/>
            <a:gdLst/>
            <a:ahLst/>
            <a:cxnLst/>
            <a:rect l="l" t="t" r="r" b="b"/>
            <a:pathLst>
              <a:path w="2743200" h="1581150">
                <a:moveTo>
                  <a:pt x="0" y="0"/>
                </a:moveTo>
                <a:lnTo>
                  <a:pt x="2743200" y="0"/>
                </a:lnTo>
                <a:lnTo>
                  <a:pt x="27432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1" name="Shape 19"/>
          <p:cNvSpPr/>
          <p:nvPr/>
        </p:nvSpPr>
        <p:spPr>
          <a:xfrm>
            <a:off x="6362700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2" name="Text 20"/>
          <p:cNvSpPr/>
          <p:nvPr/>
        </p:nvSpPr>
        <p:spPr>
          <a:xfrm>
            <a:off x="6462861" y="18859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17907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Build Sprint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057400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3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August – September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2700" y="2324100"/>
            <a:ext cx="2428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Hands-on development in the ZeroTo1 Interactive Lab with AI agent guidance.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67800" y="1581150"/>
            <a:ext cx="2743200" cy="1581150"/>
          </a:xfrm>
          <a:custGeom>
            <a:avLst/>
            <a:gdLst/>
            <a:ahLst/>
            <a:cxnLst/>
            <a:rect l="l" t="t" r="r" b="b"/>
            <a:pathLst>
              <a:path w="2743200" h="1581150">
                <a:moveTo>
                  <a:pt x="0" y="0"/>
                </a:moveTo>
                <a:lnTo>
                  <a:pt x="2743200" y="0"/>
                </a:lnTo>
                <a:lnTo>
                  <a:pt x="27432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9067800" y="15811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0" y="0"/>
                </a:moveTo>
                <a:lnTo>
                  <a:pt x="2743200" y="0"/>
                </a:lnTo>
                <a:lnTo>
                  <a:pt x="2743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Shape 26"/>
          <p:cNvSpPr/>
          <p:nvPr/>
        </p:nvSpPr>
        <p:spPr>
          <a:xfrm>
            <a:off x="9258300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9" name="Text 27"/>
          <p:cNvSpPr/>
          <p:nvPr/>
        </p:nvSpPr>
        <p:spPr>
          <a:xfrm>
            <a:off x="9360545" y="18859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53600" y="17907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Submission &amp; Launch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53600" y="2057400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3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October – December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58300" y="2324100"/>
            <a:ext cx="2428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debugging, video production, and official House.gov submission.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3355181"/>
            <a:ext cx="11430000" cy="3257550"/>
          </a:xfrm>
          <a:custGeom>
            <a:avLst/>
            <a:gdLst/>
            <a:ahLst/>
            <a:cxnLst/>
            <a:rect l="l" t="t" r="r" b="b"/>
            <a:pathLst>
              <a:path w="11430000" h="3257550">
                <a:moveTo>
                  <a:pt x="0" y="0"/>
                </a:moveTo>
                <a:lnTo>
                  <a:pt x="11430000" y="0"/>
                </a:lnTo>
                <a:lnTo>
                  <a:pt x="1143000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34" name="Text 32"/>
          <p:cNvSpPr/>
          <p:nvPr/>
        </p:nvSpPr>
        <p:spPr>
          <a:xfrm>
            <a:off x="609600" y="3583781"/>
            <a:ext cx="1106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Journey Milestones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9600" y="40790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6" name="Text 34"/>
          <p:cNvSpPr/>
          <p:nvPr/>
        </p:nvSpPr>
        <p:spPr>
          <a:xfrm>
            <a:off x="876300" y="4002881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1-2: Problem Validation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6300" y="4269581"/>
            <a:ext cx="454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community needs, analyze winning patterns, validate impact potential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9600" y="46886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9" name="Text 37"/>
          <p:cNvSpPr/>
          <p:nvPr/>
        </p:nvSpPr>
        <p:spPr>
          <a:xfrm>
            <a:off x="876300" y="4612481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3-4: Technical Design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6300" y="4879181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wireframes, design database schema, map user flows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9600" y="52982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2" name="Text 40"/>
          <p:cNvSpPr/>
          <p:nvPr/>
        </p:nvSpPr>
        <p:spPr>
          <a:xfrm>
            <a:off x="876300" y="5222081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5-6: Development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6300" y="5488781"/>
            <a:ext cx="423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with real-time AI debugging, code reviews, feature implementation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09600" y="59078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5" name="Text 43"/>
          <p:cNvSpPr/>
          <p:nvPr/>
        </p:nvSpPr>
        <p:spPr>
          <a:xfrm>
            <a:off x="876300" y="5831681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7-9: Launch Excellence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6300" y="6098381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Polish, create pitch video, ensure compliance, submit to House.gov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4002881"/>
            <a:ext cx="5372100" cy="2495550"/>
          </a:xfrm>
          <a:custGeom>
            <a:avLst/>
            <a:gdLst/>
            <a:ahLst/>
            <a:cxnLst/>
            <a:rect l="l" t="t" r="r" b="b"/>
            <a:pathLst>
              <a:path w="5372100" h="2495550">
                <a:moveTo>
                  <a:pt x="0" y="0"/>
                </a:moveTo>
                <a:lnTo>
                  <a:pt x="5372100" y="0"/>
                </a:lnTo>
                <a:lnTo>
                  <a:pt x="5372100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6"/>
          <p:cNvSpPr/>
          <p:nvPr/>
        </p:nvSpPr>
        <p:spPr>
          <a:xfrm>
            <a:off x="8773716" y="425053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9" name="Text 47"/>
          <p:cNvSpPr/>
          <p:nvPr/>
        </p:nvSpPr>
        <p:spPr>
          <a:xfrm>
            <a:off x="6357938" y="4650581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Perfectly Aligned Timeline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67463" y="5145881"/>
            <a:ext cx="5057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9-month curriculum aligns with the Congressional App Challenge's official June–November competition window.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5563" y="5736431"/>
            <a:ext cx="4981575" cy="504825"/>
          </a:xfrm>
          <a:custGeom>
            <a:avLst/>
            <a:gdLst/>
            <a:ahLst/>
            <a:cxnLst/>
            <a:rect l="l" t="t" r="r" b="b"/>
            <a:pathLst>
              <a:path w="4981575" h="504825">
                <a:moveTo>
                  <a:pt x="0" y="0"/>
                </a:moveTo>
                <a:lnTo>
                  <a:pt x="4981575" y="0"/>
                </a:lnTo>
                <a:lnTo>
                  <a:pt x="498157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10196"/>
            </a:srgbClr>
          </a:solidFill>
          <a:ln w="1270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70874" y="59126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3" name="Text 51"/>
          <p:cNvSpPr/>
          <p:nvPr/>
        </p:nvSpPr>
        <p:spPr>
          <a:xfrm>
            <a:off x="7718524" y="5893594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CAC Submission: October–November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a1db7cd50a0b25742d5cf57c7ac6cae65431473a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769" b="276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Phases 1–2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&amp;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July: Foundation Before Code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1562100"/>
            <a:ext cx="5581650" cy="4914900"/>
          </a:xfrm>
          <a:custGeom>
            <a:avLst/>
            <a:gdLst/>
            <a:ahLst/>
            <a:cxnLst/>
            <a:rect l="l" t="t" r="r" b="b"/>
            <a:pathLst>
              <a:path w="5581650" h="4914900">
                <a:moveTo>
                  <a:pt x="0" y="0"/>
                </a:moveTo>
                <a:lnTo>
                  <a:pt x="5581650" y="0"/>
                </a:lnTo>
                <a:lnTo>
                  <a:pt x="558165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562100"/>
            <a:ext cx="38100" cy="4914900"/>
          </a:xfrm>
          <a:custGeom>
            <a:avLst/>
            <a:gdLst/>
            <a:ahLst/>
            <a:cxnLst/>
            <a:rect l="l" t="t" r="r" b="b"/>
            <a:pathLst>
              <a:path w="38100" h="4914900">
                <a:moveTo>
                  <a:pt x="0" y="0"/>
                </a:moveTo>
                <a:lnTo>
                  <a:pt x="38100" y="0"/>
                </a:lnTo>
                <a:lnTo>
                  <a:pt x="3810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Shape 6"/>
          <p:cNvSpPr/>
          <p:nvPr/>
        </p:nvSpPr>
        <p:spPr>
          <a:xfrm>
            <a:off x="6477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0" name="Text 7"/>
          <p:cNvSpPr/>
          <p:nvPr/>
        </p:nvSpPr>
        <p:spPr>
          <a:xfrm>
            <a:off x="803970" y="19050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33500" y="1809750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33500" y="211455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May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1513" y="2562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4" name="Text 11"/>
          <p:cNvSpPr/>
          <p:nvPr/>
        </p:nvSpPr>
        <p:spPr>
          <a:xfrm>
            <a:off x="866775" y="25146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Problem-Solving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700" y="28575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 to identify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problems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their communities that technology can solve. Not hypothetical scenarios—actual needs.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2944" y="3552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17872" y="0"/>
                </a:moveTo>
                <a:cubicBezTo>
                  <a:pt x="123799" y="0"/>
                  <a:pt x="128588" y="4789"/>
                  <a:pt x="128588" y="10716"/>
                </a:cubicBezTo>
                <a:cubicBezTo>
                  <a:pt x="128588" y="30071"/>
                  <a:pt x="120417" y="45809"/>
                  <a:pt x="109366" y="59103"/>
                </a:cubicBezTo>
                <a:cubicBezTo>
                  <a:pt x="101296" y="68781"/>
                  <a:pt x="91351" y="77554"/>
                  <a:pt x="81372" y="85725"/>
                </a:cubicBezTo>
                <a:cubicBezTo>
                  <a:pt x="91351" y="93929"/>
                  <a:pt x="101296" y="102669"/>
                  <a:pt x="109366" y="112347"/>
                </a:cubicBezTo>
                <a:cubicBezTo>
                  <a:pt x="120417" y="125607"/>
                  <a:pt x="128588" y="141379"/>
                  <a:pt x="128588" y="160734"/>
                </a:cubicBezTo>
                <a:cubicBezTo>
                  <a:pt x="128588" y="166661"/>
                  <a:pt x="123799" y="171450"/>
                  <a:pt x="117872" y="171450"/>
                </a:cubicBezTo>
                <a:cubicBezTo>
                  <a:pt x="111945" y="171450"/>
                  <a:pt x="107156" y="166661"/>
                  <a:pt x="107156" y="160734"/>
                </a:cubicBezTo>
                <a:lnTo>
                  <a:pt x="21431" y="160734"/>
                </a:lnTo>
                <a:cubicBezTo>
                  <a:pt x="21431" y="166661"/>
                  <a:pt x="16643" y="171450"/>
                  <a:pt x="10716" y="171450"/>
                </a:cubicBezTo>
                <a:cubicBezTo>
                  <a:pt x="4789" y="171450"/>
                  <a:pt x="0" y="166661"/>
                  <a:pt x="0" y="160734"/>
                </a:cubicBezTo>
                <a:cubicBezTo>
                  <a:pt x="0" y="141379"/>
                  <a:pt x="8171" y="125641"/>
                  <a:pt x="19221" y="112347"/>
                </a:cubicBezTo>
                <a:cubicBezTo>
                  <a:pt x="27291" y="102669"/>
                  <a:pt x="37237" y="93929"/>
                  <a:pt x="47216" y="85725"/>
                </a:cubicBezTo>
                <a:cubicBezTo>
                  <a:pt x="37237" y="77521"/>
                  <a:pt x="27291" y="68781"/>
                  <a:pt x="19221" y="59103"/>
                </a:cubicBezTo>
                <a:cubicBezTo>
                  <a:pt x="8171" y="45809"/>
                  <a:pt x="0" y="30071"/>
                  <a:pt x="0" y="10716"/>
                </a:cubicBezTo>
                <a:cubicBezTo>
                  <a:pt x="0" y="4789"/>
                  <a:pt x="4789" y="0"/>
                  <a:pt x="10716" y="0"/>
                </a:cubicBezTo>
                <a:cubicBezTo>
                  <a:pt x="16643" y="0"/>
                  <a:pt x="21431" y="4789"/>
                  <a:pt x="21431" y="10716"/>
                </a:cubicBezTo>
                <a:lnTo>
                  <a:pt x="107156" y="10716"/>
                </a:lnTo>
                <a:cubicBezTo>
                  <a:pt x="107156" y="4789"/>
                  <a:pt x="111945" y="0"/>
                  <a:pt x="117872" y="0"/>
                </a:cubicBezTo>
                <a:close/>
                <a:moveTo>
                  <a:pt x="94934" y="128588"/>
                </a:moveTo>
                <a:lnTo>
                  <a:pt x="33687" y="128588"/>
                </a:lnTo>
                <a:cubicBezTo>
                  <a:pt x="30941" y="132104"/>
                  <a:pt x="28631" y="135653"/>
                  <a:pt x="26789" y="139303"/>
                </a:cubicBezTo>
                <a:lnTo>
                  <a:pt x="101865" y="139303"/>
                </a:lnTo>
                <a:cubicBezTo>
                  <a:pt x="99990" y="135653"/>
                  <a:pt x="97680" y="132104"/>
                  <a:pt x="94967" y="128588"/>
                </a:cubicBezTo>
                <a:close/>
                <a:moveTo>
                  <a:pt x="79697" y="112514"/>
                </a:moveTo>
                <a:cubicBezTo>
                  <a:pt x="74909" y="108161"/>
                  <a:pt x="69719" y="103875"/>
                  <a:pt x="64294" y="99454"/>
                </a:cubicBezTo>
                <a:cubicBezTo>
                  <a:pt x="58869" y="103841"/>
                  <a:pt x="53679" y="108161"/>
                  <a:pt x="48890" y="112514"/>
                </a:cubicBezTo>
                <a:lnTo>
                  <a:pt x="79697" y="112514"/>
                </a:lnTo>
                <a:close/>
                <a:moveTo>
                  <a:pt x="33654" y="42863"/>
                </a:moveTo>
                <a:lnTo>
                  <a:pt x="94900" y="42863"/>
                </a:lnTo>
                <a:cubicBezTo>
                  <a:pt x="97646" y="39346"/>
                  <a:pt x="99957" y="35797"/>
                  <a:pt x="101798" y="32147"/>
                </a:cubicBezTo>
                <a:lnTo>
                  <a:pt x="26756" y="32147"/>
                </a:lnTo>
                <a:cubicBezTo>
                  <a:pt x="28631" y="35797"/>
                  <a:pt x="30941" y="39346"/>
                  <a:pt x="33654" y="42863"/>
                </a:cubicBezTo>
                <a:close/>
                <a:moveTo>
                  <a:pt x="48890" y="58936"/>
                </a:moveTo>
                <a:cubicBezTo>
                  <a:pt x="53679" y="63289"/>
                  <a:pt x="58869" y="67575"/>
                  <a:pt x="64294" y="71996"/>
                </a:cubicBezTo>
                <a:cubicBezTo>
                  <a:pt x="69719" y="67609"/>
                  <a:pt x="74909" y="63289"/>
                  <a:pt x="79697" y="58936"/>
                </a:cubicBezTo>
                <a:lnTo>
                  <a:pt x="48890" y="58936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7" name="Text 14"/>
          <p:cNvSpPr/>
          <p:nvPr/>
        </p:nvSpPr>
        <p:spPr>
          <a:xfrm>
            <a:off x="866775" y="3505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Winning DNA Analysis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7700" y="38481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5 years of winning projects. Understand what judges value: impact, innovation, technical complexity, and presentation quality.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2944" y="45434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0" name="Text 17"/>
          <p:cNvSpPr/>
          <p:nvPr/>
        </p:nvSpPr>
        <p:spPr>
          <a:xfrm>
            <a:off x="866775" y="44958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 Validation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7700" y="48387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Advisor vets concepts against the Congressional Impact rubric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 code is written.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7700" y="5900738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  <a:lnTo>
                  <a:pt x="5105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66750" y="6076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60579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Outcome: Validated, impactful project concept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29350" y="1562100"/>
            <a:ext cx="5581650" cy="4914900"/>
          </a:xfrm>
          <a:custGeom>
            <a:avLst/>
            <a:gdLst/>
            <a:ahLst/>
            <a:cxnLst/>
            <a:rect l="l" t="t" r="r" b="b"/>
            <a:pathLst>
              <a:path w="5581650" h="4914900">
                <a:moveTo>
                  <a:pt x="0" y="0"/>
                </a:moveTo>
                <a:lnTo>
                  <a:pt x="5581650" y="0"/>
                </a:lnTo>
                <a:lnTo>
                  <a:pt x="558165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29350" y="1562100"/>
            <a:ext cx="38100" cy="4914900"/>
          </a:xfrm>
          <a:custGeom>
            <a:avLst/>
            <a:gdLst/>
            <a:ahLst/>
            <a:cxnLst/>
            <a:rect l="l" t="t" r="r" b="b"/>
            <a:pathLst>
              <a:path w="38100" h="4914900">
                <a:moveTo>
                  <a:pt x="0" y="0"/>
                </a:moveTo>
                <a:lnTo>
                  <a:pt x="38100" y="0"/>
                </a:lnTo>
                <a:lnTo>
                  <a:pt x="3810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7" name="Shape 24"/>
          <p:cNvSpPr/>
          <p:nvPr/>
        </p:nvSpPr>
        <p:spPr>
          <a:xfrm>
            <a:off x="64770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8" name="Text 25"/>
          <p:cNvSpPr/>
          <p:nvPr/>
        </p:nvSpPr>
        <p:spPr>
          <a:xfrm>
            <a:off x="6611243" y="1905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62800" y="1809750"/>
            <a:ext cx="2190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&amp; Architecture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162800" y="211455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June – July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00813" y="2562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3252" y="85758"/>
                </a:moveTo>
                <a:lnTo>
                  <a:pt x="56491" y="45608"/>
                </a:lnTo>
                <a:cubicBezTo>
                  <a:pt x="54616" y="41523"/>
                  <a:pt x="53545" y="36969"/>
                  <a:pt x="53545" y="32147"/>
                </a:cubicBezTo>
                <a:cubicBezTo>
                  <a:pt x="53545" y="14399"/>
                  <a:pt x="67944" y="0"/>
                  <a:pt x="85692" y="0"/>
                </a:cubicBezTo>
                <a:cubicBezTo>
                  <a:pt x="103439" y="0"/>
                  <a:pt x="117838" y="14399"/>
                  <a:pt x="117838" y="32147"/>
                </a:cubicBezTo>
                <a:cubicBezTo>
                  <a:pt x="117838" y="36935"/>
                  <a:pt x="116800" y="41490"/>
                  <a:pt x="114892" y="45608"/>
                </a:cubicBezTo>
                <a:lnTo>
                  <a:pt x="129760" y="71292"/>
                </a:lnTo>
                <a:cubicBezTo>
                  <a:pt x="122024" y="79999"/>
                  <a:pt x="111777" y="86395"/>
                  <a:pt x="100158" y="89308"/>
                </a:cubicBezTo>
                <a:lnTo>
                  <a:pt x="85725" y="64260"/>
                </a:lnTo>
                <a:lnTo>
                  <a:pt x="62921" y="103640"/>
                </a:lnTo>
                <a:cubicBezTo>
                  <a:pt x="70120" y="105917"/>
                  <a:pt x="77755" y="107156"/>
                  <a:pt x="85725" y="107156"/>
                </a:cubicBezTo>
                <a:cubicBezTo>
                  <a:pt x="109400" y="107156"/>
                  <a:pt x="130530" y="96206"/>
                  <a:pt x="144293" y="79028"/>
                </a:cubicBezTo>
                <a:cubicBezTo>
                  <a:pt x="148010" y="74407"/>
                  <a:pt x="154740" y="73670"/>
                  <a:pt x="159361" y="77353"/>
                </a:cubicBezTo>
                <a:cubicBezTo>
                  <a:pt x="163983" y="81037"/>
                  <a:pt x="164719" y="87801"/>
                  <a:pt x="161036" y="92422"/>
                </a:cubicBezTo>
                <a:cubicBezTo>
                  <a:pt x="143388" y="114456"/>
                  <a:pt x="116198" y="128588"/>
                  <a:pt x="85758" y="128588"/>
                </a:cubicBezTo>
                <a:cubicBezTo>
                  <a:pt x="73904" y="128588"/>
                  <a:pt x="62519" y="126444"/>
                  <a:pt x="52038" y="122526"/>
                </a:cubicBezTo>
                <a:lnTo>
                  <a:pt x="33051" y="155276"/>
                </a:lnTo>
                <a:cubicBezTo>
                  <a:pt x="31477" y="157988"/>
                  <a:pt x="29133" y="160199"/>
                  <a:pt x="26320" y="161605"/>
                </a:cubicBezTo>
                <a:lnTo>
                  <a:pt x="7769" y="170881"/>
                </a:lnTo>
                <a:cubicBezTo>
                  <a:pt x="6095" y="171718"/>
                  <a:pt x="4119" y="171617"/>
                  <a:pt x="2545" y="170646"/>
                </a:cubicBezTo>
                <a:cubicBezTo>
                  <a:pt x="971" y="169675"/>
                  <a:pt x="0" y="167934"/>
                  <a:pt x="0" y="166092"/>
                </a:cubicBezTo>
                <a:lnTo>
                  <a:pt x="0" y="147541"/>
                </a:lnTo>
                <a:cubicBezTo>
                  <a:pt x="0" y="144728"/>
                  <a:pt x="737" y="141949"/>
                  <a:pt x="2177" y="139471"/>
                </a:cubicBezTo>
                <a:lnTo>
                  <a:pt x="22268" y="104745"/>
                </a:lnTo>
                <a:cubicBezTo>
                  <a:pt x="17982" y="100995"/>
                  <a:pt x="14031" y="96876"/>
                  <a:pt x="10448" y="92422"/>
                </a:cubicBezTo>
                <a:cubicBezTo>
                  <a:pt x="6731" y="87801"/>
                  <a:pt x="7501" y="81070"/>
                  <a:pt x="12122" y="77353"/>
                </a:cubicBezTo>
                <a:cubicBezTo>
                  <a:pt x="16743" y="73636"/>
                  <a:pt x="23474" y="74407"/>
                  <a:pt x="27191" y="79028"/>
                </a:cubicBezTo>
                <a:cubicBezTo>
                  <a:pt x="29100" y="81405"/>
                  <a:pt x="31142" y="83649"/>
                  <a:pt x="33285" y="85758"/>
                </a:cubicBezTo>
                <a:close/>
                <a:moveTo>
                  <a:pt x="127616" y="136591"/>
                </a:moveTo>
                <a:cubicBezTo>
                  <a:pt x="138499" y="132238"/>
                  <a:pt x="148512" y="126210"/>
                  <a:pt x="157386" y="118876"/>
                </a:cubicBezTo>
                <a:lnTo>
                  <a:pt x="169307" y="139471"/>
                </a:lnTo>
                <a:cubicBezTo>
                  <a:pt x="170713" y="141915"/>
                  <a:pt x="171483" y="144694"/>
                  <a:pt x="171483" y="147541"/>
                </a:cubicBezTo>
                <a:lnTo>
                  <a:pt x="171483" y="166092"/>
                </a:lnTo>
                <a:cubicBezTo>
                  <a:pt x="171483" y="167934"/>
                  <a:pt x="170512" y="169675"/>
                  <a:pt x="168939" y="170646"/>
                </a:cubicBezTo>
                <a:cubicBezTo>
                  <a:pt x="167365" y="171617"/>
                  <a:pt x="165389" y="171718"/>
                  <a:pt x="163715" y="170881"/>
                </a:cubicBezTo>
                <a:lnTo>
                  <a:pt x="145163" y="161605"/>
                </a:lnTo>
                <a:cubicBezTo>
                  <a:pt x="142350" y="160199"/>
                  <a:pt x="140006" y="157988"/>
                  <a:pt x="138432" y="155276"/>
                </a:cubicBezTo>
                <a:lnTo>
                  <a:pt x="127616" y="136591"/>
                </a:lnTo>
                <a:close/>
                <a:moveTo>
                  <a:pt x="85725" y="42863"/>
                </a:moveTo>
                <a:cubicBezTo>
                  <a:pt x="91639" y="42863"/>
                  <a:pt x="96441" y="38061"/>
                  <a:pt x="96441" y="32147"/>
                </a:cubicBez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2" name="Text 29"/>
          <p:cNvSpPr/>
          <p:nvPr/>
        </p:nvSpPr>
        <p:spPr>
          <a:xfrm>
            <a:off x="6696075" y="25146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Wireframing &amp; UX Design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77000" y="28575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detailed wireframes mapping every screen, interaction, and user journey. Design for usability and impact.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511528" y="35528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5" name="Text 32"/>
          <p:cNvSpPr/>
          <p:nvPr/>
        </p:nvSpPr>
        <p:spPr>
          <a:xfrm>
            <a:off x="6696075" y="3505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 Design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77000" y="38481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 data structures that support app functionality. Learn relational and NoSQL database principles.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00813" y="4543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8" name="Text 35"/>
          <p:cNvSpPr/>
          <p:nvPr/>
        </p:nvSpPr>
        <p:spPr>
          <a:xfrm>
            <a:off x="6696075" y="44958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User-Flow Mapping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77000" y="48387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complete user flows from first interaction to goal completion. Identify edge cases and optimize experiences.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77000" y="5900738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  <a:lnTo>
                  <a:pt x="5105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96050" y="6076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43700" y="605790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Outcome: Complete technical blueprint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2bba3f77e65a267b34d730c819ad4d6369a73ff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Phases 3–4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Sprint &amp; Launch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August – December: Execute with Excellence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1562100"/>
            <a:ext cx="5581650" cy="4914900"/>
          </a:xfrm>
          <a:custGeom>
            <a:avLst/>
            <a:gdLst/>
            <a:ahLst/>
            <a:cxnLst/>
            <a:rect l="l" t="t" r="r" b="b"/>
            <a:pathLst>
              <a:path w="5581650" h="4914900">
                <a:moveTo>
                  <a:pt x="0" y="0"/>
                </a:moveTo>
                <a:lnTo>
                  <a:pt x="5581650" y="0"/>
                </a:lnTo>
                <a:lnTo>
                  <a:pt x="558165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562100"/>
            <a:ext cx="38100" cy="4914900"/>
          </a:xfrm>
          <a:custGeom>
            <a:avLst/>
            <a:gdLst/>
            <a:ahLst/>
            <a:cxnLst/>
            <a:rect l="l" t="t" r="r" b="b"/>
            <a:pathLst>
              <a:path w="38100" h="4914900">
                <a:moveTo>
                  <a:pt x="0" y="0"/>
                </a:moveTo>
                <a:lnTo>
                  <a:pt x="38100" y="0"/>
                </a:lnTo>
                <a:lnTo>
                  <a:pt x="3810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9" name="Shape 6"/>
          <p:cNvSpPr/>
          <p:nvPr/>
        </p:nvSpPr>
        <p:spPr>
          <a:xfrm>
            <a:off x="6477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0" name="Text 7"/>
          <p:cNvSpPr/>
          <p:nvPr/>
        </p:nvSpPr>
        <p:spPr>
          <a:xfrm>
            <a:off x="778966" y="1905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33500" y="1809750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Build Sprint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33500" y="211455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August – September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081" y="25622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4097" y="69986"/>
                </a:moveTo>
                <a:lnTo>
                  <a:pt x="83716" y="80367"/>
                </a:lnTo>
                <a:lnTo>
                  <a:pt x="94097" y="90748"/>
                </a:lnTo>
                <a:cubicBezTo>
                  <a:pt x="97244" y="93896"/>
                  <a:pt x="97244" y="98986"/>
                  <a:pt x="94097" y="102100"/>
                </a:cubicBezTo>
                <a:cubicBezTo>
                  <a:pt x="90949" y="105214"/>
                  <a:pt x="85859" y="105248"/>
                  <a:pt x="82745" y="102100"/>
                </a:cubicBezTo>
                <a:lnTo>
                  <a:pt x="66671" y="86026"/>
                </a:lnTo>
                <a:cubicBezTo>
                  <a:pt x="63524" y="82879"/>
                  <a:pt x="63524" y="77789"/>
                  <a:pt x="66671" y="74675"/>
                </a:cubicBezTo>
                <a:lnTo>
                  <a:pt x="82745" y="58601"/>
                </a:lnTo>
                <a:cubicBezTo>
                  <a:pt x="85892" y="55453"/>
                  <a:pt x="90982" y="55453"/>
                  <a:pt x="94097" y="58601"/>
                </a:cubicBezTo>
                <a:cubicBezTo>
                  <a:pt x="97211" y="61749"/>
                  <a:pt x="97244" y="66839"/>
                  <a:pt x="94097" y="69953"/>
                </a:cubicBezTo>
                <a:close/>
                <a:moveTo>
                  <a:pt x="131601" y="58601"/>
                </a:moveTo>
                <a:lnTo>
                  <a:pt x="147675" y="74675"/>
                </a:lnTo>
                <a:cubicBezTo>
                  <a:pt x="150822" y="77822"/>
                  <a:pt x="150822" y="82912"/>
                  <a:pt x="147675" y="86026"/>
                </a:cubicBezTo>
                <a:lnTo>
                  <a:pt x="131601" y="102100"/>
                </a:lnTo>
                <a:cubicBezTo>
                  <a:pt x="128454" y="105248"/>
                  <a:pt x="123364" y="105248"/>
                  <a:pt x="120249" y="102100"/>
                </a:cubicBezTo>
                <a:cubicBezTo>
                  <a:pt x="117135" y="98952"/>
                  <a:pt x="117102" y="93862"/>
                  <a:pt x="120249" y="90748"/>
                </a:cubicBezTo>
                <a:lnTo>
                  <a:pt x="130630" y="80367"/>
                </a:lnTo>
                <a:lnTo>
                  <a:pt x="120249" y="69986"/>
                </a:lnTo>
                <a:cubicBezTo>
                  <a:pt x="117102" y="66839"/>
                  <a:pt x="117102" y="61749"/>
                  <a:pt x="120249" y="58635"/>
                </a:cubicBezTo>
                <a:cubicBezTo>
                  <a:pt x="123397" y="55520"/>
                  <a:pt x="128487" y="55487"/>
                  <a:pt x="131601" y="5863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4" name="Text 11"/>
          <p:cNvSpPr/>
          <p:nvPr/>
        </p:nvSpPr>
        <p:spPr>
          <a:xfrm>
            <a:off x="866775" y="25146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ZeroTo1 Interactive Lab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700" y="28575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Hands-on development environment with AI agents providing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guidance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debugging, and code reviews.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0797" y="3552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64294" y="32147"/>
                </a:moveTo>
                <a:cubicBezTo>
                  <a:pt x="64294" y="14399"/>
                  <a:pt x="78693" y="0"/>
                  <a:pt x="96441" y="0"/>
                </a:cubicBezTo>
                <a:cubicBezTo>
                  <a:pt x="114188" y="0"/>
                  <a:pt x="128588" y="14399"/>
                  <a:pt x="128588" y="32147"/>
                </a:cubicBezTo>
                <a:lnTo>
                  <a:pt x="128588" y="33352"/>
                </a:lnTo>
                <a:cubicBezTo>
                  <a:pt x="128588" y="38610"/>
                  <a:pt x="124335" y="42863"/>
                  <a:pt x="119077" y="42863"/>
                </a:cubicBezTo>
                <a:lnTo>
                  <a:pt x="73837" y="42863"/>
                </a:lnTo>
                <a:cubicBezTo>
                  <a:pt x="68580" y="42863"/>
                  <a:pt x="64327" y="38610"/>
                  <a:pt x="64327" y="33352"/>
                </a:cubicBezTo>
                <a:lnTo>
                  <a:pt x="64327" y="32147"/>
                </a:lnTo>
                <a:close/>
                <a:moveTo>
                  <a:pt x="180023" y="36433"/>
                </a:moveTo>
                <a:cubicBezTo>
                  <a:pt x="183572" y="41155"/>
                  <a:pt x="182601" y="47885"/>
                  <a:pt x="177879" y="51435"/>
                </a:cubicBezTo>
                <a:lnTo>
                  <a:pt x="145130" y="75980"/>
                </a:lnTo>
                <a:cubicBezTo>
                  <a:pt x="146905" y="78961"/>
                  <a:pt x="148244" y="82242"/>
                  <a:pt x="149081" y="85725"/>
                </a:cubicBezTo>
                <a:lnTo>
                  <a:pt x="182166" y="85725"/>
                </a:lnTo>
                <a:cubicBezTo>
                  <a:pt x="188093" y="85725"/>
                  <a:pt x="192881" y="90514"/>
                  <a:pt x="192881" y="96441"/>
                </a:cubicBezTo>
                <a:cubicBezTo>
                  <a:pt x="192881" y="102368"/>
                  <a:pt x="188093" y="107156"/>
                  <a:pt x="182166" y="107156"/>
                </a:cubicBezTo>
                <a:lnTo>
                  <a:pt x="150019" y="107156"/>
                </a:lnTo>
                <a:lnTo>
                  <a:pt x="150019" y="117872"/>
                </a:lnTo>
                <a:cubicBezTo>
                  <a:pt x="150019" y="118743"/>
                  <a:pt x="149985" y="119647"/>
                  <a:pt x="149952" y="120517"/>
                </a:cubicBezTo>
                <a:lnTo>
                  <a:pt x="177879" y="141446"/>
                </a:lnTo>
                <a:cubicBezTo>
                  <a:pt x="182601" y="144996"/>
                  <a:pt x="183572" y="151727"/>
                  <a:pt x="180023" y="156448"/>
                </a:cubicBezTo>
                <a:cubicBezTo>
                  <a:pt x="176473" y="161170"/>
                  <a:pt x="169742" y="162141"/>
                  <a:pt x="165021" y="158591"/>
                </a:cubicBezTo>
                <a:lnTo>
                  <a:pt x="143891" y="142752"/>
                </a:lnTo>
                <a:cubicBezTo>
                  <a:pt x="136122" y="157553"/>
                  <a:pt x="121622" y="168269"/>
                  <a:pt x="104477" y="170847"/>
                </a:cubicBezTo>
                <a:lnTo>
                  <a:pt x="104477" y="93762"/>
                </a:lnTo>
                <a:cubicBezTo>
                  <a:pt x="104477" y="89308"/>
                  <a:pt x="100894" y="85725"/>
                  <a:pt x="96441" y="85725"/>
                </a:cubicBezTo>
                <a:cubicBezTo>
                  <a:pt x="91987" y="85725"/>
                  <a:pt x="88404" y="89308"/>
                  <a:pt x="88404" y="93762"/>
                </a:cubicBezTo>
                <a:lnTo>
                  <a:pt x="88404" y="170847"/>
                </a:lnTo>
                <a:cubicBezTo>
                  <a:pt x="71259" y="168269"/>
                  <a:pt x="56759" y="157553"/>
                  <a:pt x="48990" y="142752"/>
                </a:cubicBezTo>
                <a:lnTo>
                  <a:pt x="27861" y="158591"/>
                </a:lnTo>
                <a:cubicBezTo>
                  <a:pt x="23139" y="162141"/>
                  <a:pt x="16408" y="161170"/>
                  <a:pt x="12859" y="156448"/>
                </a:cubicBezTo>
                <a:cubicBezTo>
                  <a:pt x="9309" y="151727"/>
                  <a:pt x="10280" y="144996"/>
                  <a:pt x="15002" y="141446"/>
                </a:cubicBezTo>
                <a:lnTo>
                  <a:pt x="42929" y="120517"/>
                </a:lnTo>
                <a:cubicBezTo>
                  <a:pt x="42896" y="119647"/>
                  <a:pt x="42863" y="118776"/>
                  <a:pt x="42863" y="117872"/>
                </a:cubicBezTo>
                <a:lnTo>
                  <a:pt x="42863" y="107156"/>
                </a:lnTo>
                <a:lnTo>
                  <a:pt x="10716" y="107156"/>
                </a:lnTo>
                <a:cubicBezTo>
                  <a:pt x="4789" y="107156"/>
                  <a:pt x="0" y="102368"/>
                  <a:pt x="0" y="96441"/>
                </a:cubicBezTo>
                <a:cubicBezTo>
                  <a:pt x="0" y="90514"/>
                  <a:pt x="4789" y="85725"/>
                  <a:pt x="10716" y="85725"/>
                </a:cubicBezTo>
                <a:lnTo>
                  <a:pt x="43800" y="85725"/>
                </a:lnTo>
                <a:cubicBezTo>
                  <a:pt x="44637" y="82242"/>
                  <a:pt x="45977" y="78961"/>
                  <a:pt x="47752" y="75980"/>
                </a:cubicBezTo>
                <a:lnTo>
                  <a:pt x="15002" y="51435"/>
                </a:lnTo>
                <a:cubicBezTo>
                  <a:pt x="10280" y="47885"/>
                  <a:pt x="9309" y="41155"/>
                  <a:pt x="12859" y="36433"/>
                </a:cubicBezTo>
                <a:cubicBezTo>
                  <a:pt x="16408" y="31712"/>
                  <a:pt x="23139" y="30740"/>
                  <a:pt x="27861" y="34290"/>
                </a:cubicBezTo>
                <a:lnTo>
                  <a:pt x="64294" y="61615"/>
                </a:lnTo>
                <a:cubicBezTo>
                  <a:pt x="68413" y="59907"/>
                  <a:pt x="72933" y="58936"/>
                  <a:pt x="77688" y="58936"/>
                </a:cubicBezTo>
                <a:lnTo>
                  <a:pt x="115193" y="58936"/>
                </a:lnTo>
                <a:cubicBezTo>
                  <a:pt x="119948" y="58936"/>
                  <a:pt x="124469" y="59874"/>
                  <a:pt x="128588" y="61615"/>
                </a:cubicBezTo>
                <a:lnTo>
                  <a:pt x="165021" y="34290"/>
                </a:lnTo>
                <a:cubicBezTo>
                  <a:pt x="169742" y="30740"/>
                  <a:pt x="176473" y="31712"/>
                  <a:pt x="180023" y="36433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7" name="Text 14"/>
          <p:cNvSpPr/>
          <p:nvPr/>
        </p:nvSpPr>
        <p:spPr>
          <a:xfrm>
            <a:off x="866775" y="3505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Debugging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7700" y="38481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Architect identifies issues instantly, teaches debugging strategies, and ensures code quality throughout development.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1513" y="4543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Text 17"/>
          <p:cNvSpPr/>
          <p:nvPr/>
        </p:nvSpPr>
        <p:spPr>
          <a:xfrm>
            <a:off x="866775" y="44958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Implementation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7700" y="48387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core functionality following Clean Code principles. Learn industry best practices from Silicon Valley standards.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7700" y="5900738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  <a:lnTo>
                  <a:pt x="5105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66750" y="6076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6057900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Outcome: Fully functional, polished application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29350" y="1562100"/>
            <a:ext cx="5581650" cy="4914900"/>
          </a:xfrm>
          <a:custGeom>
            <a:avLst/>
            <a:gdLst/>
            <a:ahLst/>
            <a:cxnLst/>
            <a:rect l="l" t="t" r="r" b="b"/>
            <a:pathLst>
              <a:path w="5581650" h="4914900">
                <a:moveTo>
                  <a:pt x="0" y="0"/>
                </a:moveTo>
                <a:lnTo>
                  <a:pt x="5581650" y="0"/>
                </a:lnTo>
                <a:lnTo>
                  <a:pt x="558165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29350" y="1562100"/>
            <a:ext cx="38100" cy="4914900"/>
          </a:xfrm>
          <a:custGeom>
            <a:avLst/>
            <a:gdLst/>
            <a:ahLst/>
            <a:cxnLst/>
            <a:rect l="l" t="t" r="r" b="b"/>
            <a:pathLst>
              <a:path w="38100" h="4914900">
                <a:moveTo>
                  <a:pt x="0" y="0"/>
                </a:moveTo>
                <a:lnTo>
                  <a:pt x="38100" y="0"/>
                </a:lnTo>
                <a:lnTo>
                  <a:pt x="38100" y="4914900"/>
                </a:lnTo>
                <a:lnTo>
                  <a:pt x="0" y="49149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7" name="Shape 24"/>
          <p:cNvSpPr/>
          <p:nvPr/>
        </p:nvSpPr>
        <p:spPr>
          <a:xfrm>
            <a:off x="64770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Text 25"/>
          <p:cNvSpPr/>
          <p:nvPr/>
        </p:nvSpPr>
        <p:spPr>
          <a:xfrm>
            <a:off x="6611392" y="1905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62800" y="1809750"/>
            <a:ext cx="2295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Submission &amp; Launch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162800" y="211455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October – December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22244" y="2562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2" name="Text 29"/>
          <p:cNvSpPr/>
          <p:nvPr/>
        </p:nvSpPr>
        <p:spPr>
          <a:xfrm>
            <a:off x="6696075" y="25146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Polish &amp; Debugging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77000" y="28575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testing, edge case handling, performance optimization. Ensure the app is submission-ready.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90097" y="3552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5" name="Text 32"/>
          <p:cNvSpPr/>
          <p:nvPr/>
        </p:nvSpPr>
        <p:spPr>
          <a:xfrm>
            <a:off x="6696075" y="3505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Pitch Video Production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77000" y="38481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Director guides scripting, storyboarding, and editing of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1-3 minute demonstration video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—the critical judging component.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22244" y="45434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69986" y="88069"/>
                </a:moveTo>
                <a:cubicBezTo>
                  <a:pt x="66839" y="84921"/>
                  <a:pt x="61749" y="84921"/>
                  <a:pt x="58635" y="88069"/>
                </a:cubicBezTo>
                <a:lnTo>
                  <a:pt x="37203" y="109500"/>
                </a:lnTo>
                <a:cubicBezTo>
                  <a:pt x="34056" y="112648"/>
                  <a:pt x="34056" y="117738"/>
                  <a:pt x="37203" y="120852"/>
                </a:cubicBezTo>
                <a:cubicBezTo>
                  <a:pt x="40351" y="123966"/>
                  <a:pt x="45441" y="124000"/>
                  <a:pt x="48555" y="120852"/>
                </a:cubicBezTo>
                <a:lnTo>
                  <a:pt x="56257" y="113150"/>
                </a:lnTo>
                <a:lnTo>
                  <a:pt x="56257" y="141982"/>
                </a:lnTo>
                <a:cubicBezTo>
                  <a:pt x="56257" y="146436"/>
                  <a:pt x="59840" y="150019"/>
                  <a:pt x="64294" y="150019"/>
                </a:cubicBezTo>
                <a:cubicBezTo>
                  <a:pt x="68747" y="150019"/>
                  <a:pt x="72330" y="146436"/>
                  <a:pt x="72330" y="141982"/>
                </a:cubicBezTo>
                <a:lnTo>
                  <a:pt x="72330" y="113150"/>
                </a:lnTo>
                <a:lnTo>
                  <a:pt x="80032" y="120852"/>
                </a:lnTo>
                <a:cubicBezTo>
                  <a:pt x="83180" y="124000"/>
                  <a:pt x="88270" y="124000"/>
                  <a:pt x="91384" y="120852"/>
                </a:cubicBezTo>
                <a:cubicBezTo>
                  <a:pt x="94498" y="117704"/>
                  <a:pt x="94532" y="112615"/>
                  <a:pt x="91384" y="109500"/>
                </a:cubicBezTo>
                <a:lnTo>
                  <a:pt x="69953" y="88069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8" name="Text 35"/>
          <p:cNvSpPr/>
          <p:nvPr/>
        </p:nvSpPr>
        <p:spPr>
          <a:xfrm>
            <a:off x="6696075" y="44958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House.gov Submission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77000" y="48387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 Liaison ensures perfect compliance with all submission requirements. Documentation, video, and metadata—all validated.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77000" y="5900738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  <a:lnTo>
                  <a:pt x="5105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96050" y="6076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43700" y="60579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Outcome: Competition-ready submission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063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spc="104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38718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Winning DNA Database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1089578"/>
            <a:ext cx="1153449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Years of Insights. Your Competitive Edge.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716" y="1559223"/>
            <a:ext cx="3691414" cy="1371365"/>
          </a:xfrm>
          <a:custGeom>
            <a:avLst/>
            <a:gdLst/>
            <a:ahLst/>
            <a:cxnLst/>
            <a:rect l="l" t="t" r="r" b="b"/>
            <a:pathLst>
              <a:path w="3691414" h="1371365">
                <a:moveTo>
                  <a:pt x="0" y="0"/>
                </a:moveTo>
                <a:lnTo>
                  <a:pt x="3691414" y="0"/>
                </a:lnTo>
                <a:lnTo>
                  <a:pt x="3691414" y="1371365"/>
                </a:lnTo>
                <a:lnTo>
                  <a:pt x="0" y="137136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6" name="Shape 4"/>
          <p:cNvSpPr/>
          <p:nvPr/>
        </p:nvSpPr>
        <p:spPr>
          <a:xfrm>
            <a:off x="375716" y="1559223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0" y="0"/>
                </a:moveTo>
                <a:lnTo>
                  <a:pt x="3691414" y="0"/>
                </a:lnTo>
                <a:lnTo>
                  <a:pt x="3691414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7" name="Text 5"/>
          <p:cNvSpPr/>
          <p:nvPr/>
        </p:nvSpPr>
        <p:spPr>
          <a:xfrm>
            <a:off x="563575" y="1765867"/>
            <a:ext cx="3541128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3575" y="2291871"/>
            <a:ext cx="339084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of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3575" y="2554872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 winning projects from 2019–2024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027" y="1559223"/>
            <a:ext cx="3691414" cy="1371365"/>
          </a:xfrm>
          <a:custGeom>
            <a:avLst/>
            <a:gdLst/>
            <a:ahLst/>
            <a:cxnLst/>
            <a:rect l="l" t="t" r="r" b="b"/>
            <a:pathLst>
              <a:path w="3691414" h="1371365">
                <a:moveTo>
                  <a:pt x="0" y="0"/>
                </a:moveTo>
                <a:lnTo>
                  <a:pt x="3691414" y="0"/>
                </a:lnTo>
                <a:lnTo>
                  <a:pt x="3691414" y="1371365"/>
                </a:lnTo>
                <a:lnTo>
                  <a:pt x="0" y="137136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027" y="1559223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0" y="0"/>
                </a:moveTo>
                <a:lnTo>
                  <a:pt x="3691414" y="0"/>
                </a:lnTo>
                <a:lnTo>
                  <a:pt x="3691414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8885" y="1765867"/>
            <a:ext cx="3541128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8885" y="2291871"/>
            <a:ext cx="339084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Districts Covered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8885" y="2554872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Nationwide winning project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6483" y="1559223"/>
            <a:ext cx="3691414" cy="1371365"/>
          </a:xfrm>
          <a:custGeom>
            <a:avLst/>
            <a:gdLst/>
            <a:ahLst/>
            <a:cxnLst/>
            <a:rect l="l" t="t" r="r" b="b"/>
            <a:pathLst>
              <a:path w="3691414" h="1371365">
                <a:moveTo>
                  <a:pt x="0" y="0"/>
                </a:moveTo>
                <a:lnTo>
                  <a:pt x="3691414" y="0"/>
                </a:lnTo>
                <a:lnTo>
                  <a:pt x="3691414" y="1371365"/>
                </a:lnTo>
                <a:lnTo>
                  <a:pt x="0" y="1371365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6483" y="1559223"/>
            <a:ext cx="3691414" cy="37572"/>
          </a:xfrm>
          <a:custGeom>
            <a:avLst/>
            <a:gdLst/>
            <a:ahLst/>
            <a:cxnLst/>
            <a:rect l="l" t="t" r="r" b="b"/>
            <a:pathLst>
              <a:path w="3691414" h="37572">
                <a:moveTo>
                  <a:pt x="0" y="0"/>
                </a:moveTo>
                <a:lnTo>
                  <a:pt x="3691414" y="0"/>
                </a:lnTo>
                <a:lnTo>
                  <a:pt x="3691414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7" name="Text 15"/>
          <p:cNvSpPr/>
          <p:nvPr/>
        </p:nvSpPr>
        <p:spPr>
          <a:xfrm>
            <a:off x="8314342" y="1765867"/>
            <a:ext cx="3541128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14342" y="2291871"/>
            <a:ext cx="339084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4342" y="2554872"/>
            <a:ext cx="338144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judges consistently value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5716" y="3118447"/>
            <a:ext cx="5626354" cy="3005732"/>
          </a:xfrm>
          <a:custGeom>
            <a:avLst/>
            <a:gdLst/>
            <a:ahLst/>
            <a:cxnLst/>
            <a:rect l="l" t="t" r="r" b="b"/>
            <a:pathLst>
              <a:path w="5626354" h="3005732">
                <a:moveTo>
                  <a:pt x="0" y="0"/>
                </a:moveTo>
                <a:lnTo>
                  <a:pt x="5626354" y="0"/>
                </a:lnTo>
                <a:lnTo>
                  <a:pt x="5626354" y="3005732"/>
                </a:lnTo>
                <a:lnTo>
                  <a:pt x="0" y="3005732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888" y="3381448"/>
            <a:ext cx="211341" cy="187858"/>
          </a:xfrm>
          <a:custGeom>
            <a:avLst/>
            <a:gdLst/>
            <a:ahLst/>
            <a:cxnLst/>
            <a:rect l="l" t="t" r="r" b="b"/>
            <a:pathLst>
              <a:path w="211341" h="187858">
                <a:moveTo>
                  <a:pt x="188005" y="88059"/>
                </a:moveTo>
                <a:lnTo>
                  <a:pt x="123429" y="88059"/>
                </a:lnTo>
                <a:cubicBezTo>
                  <a:pt x="116934" y="88059"/>
                  <a:pt x="111688" y="82812"/>
                  <a:pt x="111688" y="76317"/>
                </a:cubicBezTo>
                <a:lnTo>
                  <a:pt x="111688" y="11741"/>
                </a:lnTo>
                <a:cubicBezTo>
                  <a:pt x="111688" y="5247"/>
                  <a:pt x="116971" y="-73"/>
                  <a:pt x="123392" y="771"/>
                </a:cubicBezTo>
                <a:cubicBezTo>
                  <a:pt x="162651" y="5981"/>
                  <a:pt x="193766" y="37095"/>
                  <a:pt x="198976" y="76354"/>
                </a:cubicBezTo>
                <a:cubicBezTo>
                  <a:pt x="199820" y="82775"/>
                  <a:pt x="194499" y="88059"/>
                  <a:pt x="188005" y="88059"/>
                </a:cubicBezTo>
                <a:close/>
                <a:moveTo>
                  <a:pt x="81674" y="13649"/>
                </a:moveTo>
                <a:cubicBezTo>
                  <a:pt x="88315" y="12255"/>
                  <a:pt x="94076" y="17685"/>
                  <a:pt x="94076" y="24473"/>
                </a:cubicBezTo>
                <a:lnTo>
                  <a:pt x="94076" y="96864"/>
                </a:lnTo>
                <a:cubicBezTo>
                  <a:pt x="94076" y="98919"/>
                  <a:pt x="94810" y="100900"/>
                  <a:pt x="96094" y="102478"/>
                </a:cubicBezTo>
                <a:lnTo>
                  <a:pt x="144563" y="160964"/>
                </a:lnTo>
                <a:cubicBezTo>
                  <a:pt x="148856" y="166137"/>
                  <a:pt x="147938" y="173952"/>
                  <a:pt x="142031" y="177144"/>
                </a:cubicBezTo>
                <a:cubicBezTo>
                  <a:pt x="129519" y="183969"/>
                  <a:pt x="115173" y="187858"/>
                  <a:pt x="99946" y="187858"/>
                </a:cubicBezTo>
                <a:cubicBezTo>
                  <a:pt x="51331" y="187858"/>
                  <a:pt x="11888" y="148415"/>
                  <a:pt x="11888" y="99800"/>
                </a:cubicBezTo>
                <a:cubicBezTo>
                  <a:pt x="11888" y="57422"/>
                  <a:pt x="41791" y="22051"/>
                  <a:pt x="81674" y="13649"/>
                </a:cubicBezTo>
                <a:close/>
                <a:moveTo>
                  <a:pt x="175310" y="105670"/>
                </a:moveTo>
                <a:lnTo>
                  <a:pt x="198792" y="105670"/>
                </a:lnTo>
                <a:cubicBezTo>
                  <a:pt x="205580" y="105670"/>
                  <a:pt x="211010" y="111431"/>
                  <a:pt x="209616" y="118072"/>
                </a:cubicBezTo>
                <a:cubicBezTo>
                  <a:pt x="205874" y="135830"/>
                  <a:pt x="196774" y="151607"/>
                  <a:pt x="184079" y="163642"/>
                </a:cubicBezTo>
                <a:cubicBezTo>
                  <a:pt x="179566" y="167935"/>
                  <a:pt x="172485" y="167018"/>
                  <a:pt x="168522" y="162211"/>
                </a:cubicBezTo>
                <a:lnTo>
                  <a:pt x="137555" y="124896"/>
                </a:lnTo>
                <a:cubicBezTo>
                  <a:pt x="131207" y="117228"/>
                  <a:pt x="136674" y="105670"/>
                  <a:pt x="146581" y="105670"/>
                </a:cubicBezTo>
                <a:lnTo>
                  <a:pt x="175273" y="10567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2" name="Text 20"/>
          <p:cNvSpPr/>
          <p:nvPr/>
        </p:nvSpPr>
        <p:spPr>
          <a:xfrm>
            <a:off x="835969" y="3343877"/>
            <a:ext cx="503460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Data Reveals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1146" y="3757165"/>
            <a:ext cx="137136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&amp; Wellness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7582" y="3757165"/>
            <a:ext cx="30996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1146" y="3982595"/>
            <a:ext cx="5175495" cy="75143"/>
          </a:xfrm>
          <a:custGeom>
            <a:avLst/>
            <a:gdLst/>
            <a:ahLst/>
            <a:cxnLst/>
            <a:rect l="l" t="t" r="r" b="b"/>
            <a:pathLst>
              <a:path w="5175495" h="75143">
                <a:moveTo>
                  <a:pt x="0" y="0"/>
                </a:moveTo>
                <a:lnTo>
                  <a:pt x="5175495" y="0"/>
                </a:lnTo>
                <a:lnTo>
                  <a:pt x="517549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146" y="3982595"/>
            <a:ext cx="1446508" cy="75143"/>
          </a:xfrm>
          <a:custGeom>
            <a:avLst/>
            <a:gdLst/>
            <a:ahLst/>
            <a:cxnLst/>
            <a:rect l="l" t="t" r="r" b="b"/>
            <a:pathLst>
              <a:path w="1446508" h="75143">
                <a:moveTo>
                  <a:pt x="0" y="0"/>
                </a:moveTo>
                <a:lnTo>
                  <a:pt x="1446508" y="0"/>
                </a:lnTo>
                <a:lnTo>
                  <a:pt x="1446508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7" name="Text 25"/>
          <p:cNvSpPr/>
          <p:nvPr/>
        </p:nvSpPr>
        <p:spPr>
          <a:xfrm>
            <a:off x="601146" y="4170453"/>
            <a:ext cx="126804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&amp; Learning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4040" y="4170453"/>
            <a:ext cx="30996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1146" y="4395883"/>
            <a:ext cx="5175495" cy="75143"/>
          </a:xfrm>
          <a:custGeom>
            <a:avLst/>
            <a:gdLst/>
            <a:ahLst/>
            <a:cxnLst/>
            <a:rect l="l" t="t" r="r" b="b"/>
            <a:pathLst>
              <a:path w="5175495" h="75143">
                <a:moveTo>
                  <a:pt x="0" y="0"/>
                </a:moveTo>
                <a:lnTo>
                  <a:pt x="5175495" y="0"/>
                </a:lnTo>
                <a:lnTo>
                  <a:pt x="517549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1146" y="4395883"/>
            <a:ext cx="1239864" cy="75143"/>
          </a:xfrm>
          <a:custGeom>
            <a:avLst/>
            <a:gdLst/>
            <a:ahLst/>
            <a:cxnLst/>
            <a:rect l="l" t="t" r="r" b="b"/>
            <a:pathLst>
              <a:path w="1239864" h="75143">
                <a:moveTo>
                  <a:pt x="0" y="0"/>
                </a:moveTo>
                <a:lnTo>
                  <a:pt x="1239864" y="0"/>
                </a:lnTo>
                <a:lnTo>
                  <a:pt x="1239864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1" name="Text 29"/>
          <p:cNvSpPr/>
          <p:nvPr/>
        </p:nvSpPr>
        <p:spPr>
          <a:xfrm>
            <a:off x="601146" y="4583741"/>
            <a:ext cx="17001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&amp; Sustainability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3559" y="4583741"/>
            <a:ext cx="29118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1146" y="4809171"/>
            <a:ext cx="5175495" cy="75143"/>
          </a:xfrm>
          <a:custGeom>
            <a:avLst/>
            <a:gdLst/>
            <a:ahLst/>
            <a:cxnLst/>
            <a:rect l="l" t="t" r="r" b="b"/>
            <a:pathLst>
              <a:path w="5175495" h="75143">
                <a:moveTo>
                  <a:pt x="0" y="0"/>
                </a:moveTo>
                <a:lnTo>
                  <a:pt x="5175495" y="0"/>
                </a:lnTo>
                <a:lnTo>
                  <a:pt x="517549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601146" y="4809171"/>
            <a:ext cx="986256" cy="75143"/>
          </a:xfrm>
          <a:custGeom>
            <a:avLst/>
            <a:gdLst/>
            <a:ahLst/>
            <a:cxnLst/>
            <a:rect l="l" t="t" r="r" b="b"/>
            <a:pathLst>
              <a:path w="986256" h="75143">
                <a:moveTo>
                  <a:pt x="0" y="0"/>
                </a:moveTo>
                <a:lnTo>
                  <a:pt x="986256" y="0"/>
                </a:lnTo>
                <a:lnTo>
                  <a:pt x="986256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5" name="Text 33"/>
          <p:cNvSpPr/>
          <p:nvPr/>
        </p:nvSpPr>
        <p:spPr>
          <a:xfrm>
            <a:off x="601146" y="4997029"/>
            <a:ext cx="143711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&amp; Inclusion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53706" y="4997029"/>
            <a:ext cx="29118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1146" y="5222459"/>
            <a:ext cx="5175495" cy="75143"/>
          </a:xfrm>
          <a:custGeom>
            <a:avLst/>
            <a:gdLst/>
            <a:ahLst/>
            <a:cxnLst/>
            <a:rect l="l" t="t" r="r" b="b"/>
            <a:pathLst>
              <a:path w="5175495" h="75143">
                <a:moveTo>
                  <a:pt x="0" y="0"/>
                </a:moveTo>
                <a:lnTo>
                  <a:pt x="5175495" y="0"/>
                </a:lnTo>
                <a:lnTo>
                  <a:pt x="517549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601146" y="5222459"/>
            <a:ext cx="826576" cy="75143"/>
          </a:xfrm>
          <a:custGeom>
            <a:avLst/>
            <a:gdLst/>
            <a:ahLst/>
            <a:cxnLst/>
            <a:rect l="l" t="t" r="r" b="b"/>
            <a:pathLst>
              <a:path w="826576" h="75143">
                <a:moveTo>
                  <a:pt x="0" y="0"/>
                </a:moveTo>
                <a:lnTo>
                  <a:pt x="826576" y="0"/>
                </a:lnTo>
                <a:lnTo>
                  <a:pt x="826576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9" name="Text 37"/>
          <p:cNvSpPr/>
          <p:nvPr/>
        </p:nvSpPr>
        <p:spPr>
          <a:xfrm>
            <a:off x="601146" y="5410317"/>
            <a:ext cx="116472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&amp; Civic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55761" y="5410317"/>
            <a:ext cx="28178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1146" y="5635747"/>
            <a:ext cx="5175495" cy="75143"/>
          </a:xfrm>
          <a:custGeom>
            <a:avLst/>
            <a:gdLst/>
            <a:ahLst/>
            <a:cxnLst/>
            <a:rect l="l" t="t" r="r" b="b"/>
            <a:pathLst>
              <a:path w="5175495" h="75143">
                <a:moveTo>
                  <a:pt x="0" y="0"/>
                </a:moveTo>
                <a:lnTo>
                  <a:pt x="5175495" y="0"/>
                </a:lnTo>
                <a:lnTo>
                  <a:pt x="517549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601146" y="5635747"/>
            <a:ext cx="676290" cy="75143"/>
          </a:xfrm>
          <a:custGeom>
            <a:avLst/>
            <a:gdLst/>
            <a:ahLst/>
            <a:cxnLst/>
            <a:rect l="l" t="t" r="r" b="b"/>
            <a:pathLst>
              <a:path w="676290" h="75143">
                <a:moveTo>
                  <a:pt x="0" y="0"/>
                </a:moveTo>
                <a:lnTo>
                  <a:pt x="676290" y="0"/>
                </a:lnTo>
                <a:lnTo>
                  <a:pt x="676290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3" name="Shape 41"/>
          <p:cNvSpPr/>
          <p:nvPr/>
        </p:nvSpPr>
        <p:spPr>
          <a:xfrm>
            <a:off x="6188755" y="3118447"/>
            <a:ext cx="5626354" cy="3005732"/>
          </a:xfrm>
          <a:custGeom>
            <a:avLst/>
            <a:gdLst/>
            <a:ahLst/>
            <a:cxnLst/>
            <a:rect l="l" t="t" r="r" b="b"/>
            <a:pathLst>
              <a:path w="5626354" h="3005732">
                <a:moveTo>
                  <a:pt x="0" y="0"/>
                </a:moveTo>
                <a:lnTo>
                  <a:pt x="5626354" y="0"/>
                </a:lnTo>
                <a:lnTo>
                  <a:pt x="5626354" y="3005732"/>
                </a:lnTo>
                <a:lnTo>
                  <a:pt x="0" y="3005732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44" name="Shape 42"/>
          <p:cNvSpPr/>
          <p:nvPr/>
        </p:nvSpPr>
        <p:spPr>
          <a:xfrm>
            <a:off x="6437667" y="3381448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123282" y="129153"/>
                </a:moveTo>
                <a:cubicBezTo>
                  <a:pt x="158946" y="129153"/>
                  <a:pt x="187858" y="100240"/>
                  <a:pt x="187858" y="64576"/>
                </a:cubicBezTo>
                <a:cubicBezTo>
                  <a:pt x="187858" y="28913"/>
                  <a:pt x="158946" y="0"/>
                  <a:pt x="123282" y="0"/>
                </a:cubicBezTo>
                <a:cubicBezTo>
                  <a:pt x="87618" y="0"/>
                  <a:pt x="58706" y="28913"/>
                  <a:pt x="58706" y="64576"/>
                </a:cubicBezTo>
                <a:cubicBezTo>
                  <a:pt x="58706" y="71438"/>
                  <a:pt x="59770" y="78079"/>
                  <a:pt x="61751" y="84279"/>
                </a:cubicBezTo>
                <a:lnTo>
                  <a:pt x="2568" y="143462"/>
                </a:lnTo>
                <a:cubicBezTo>
                  <a:pt x="917" y="145113"/>
                  <a:pt x="0" y="147351"/>
                  <a:pt x="0" y="149700"/>
                </a:cubicBezTo>
                <a:lnTo>
                  <a:pt x="0" y="179052"/>
                </a:lnTo>
                <a:cubicBezTo>
                  <a:pt x="0" y="183932"/>
                  <a:pt x="3926" y="187858"/>
                  <a:pt x="8806" y="187858"/>
                </a:cubicBezTo>
                <a:lnTo>
                  <a:pt x="38159" y="187858"/>
                </a:lnTo>
                <a:cubicBezTo>
                  <a:pt x="43039" y="187858"/>
                  <a:pt x="46965" y="183932"/>
                  <a:pt x="46965" y="179052"/>
                </a:cubicBezTo>
                <a:lnTo>
                  <a:pt x="46965" y="164376"/>
                </a:lnTo>
                <a:lnTo>
                  <a:pt x="61641" y="164376"/>
                </a:lnTo>
                <a:cubicBezTo>
                  <a:pt x="66521" y="164376"/>
                  <a:pt x="70447" y="160450"/>
                  <a:pt x="70447" y="155570"/>
                </a:cubicBezTo>
                <a:lnTo>
                  <a:pt x="70447" y="140894"/>
                </a:lnTo>
                <a:lnTo>
                  <a:pt x="85123" y="140894"/>
                </a:lnTo>
                <a:cubicBezTo>
                  <a:pt x="87471" y="140894"/>
                  <a:pt x="89710" y="139976"/>
                  <a:pt x="91361" y="138325"/>
                </a:cubicBezTo>
                <a:lnTo>
                  <a:pt x="103579" y="126107"/>
                </a:lnTo>
                <a:cubicBezTo>
                  <a:pt x="109780" y="128089"/>
                  <a:pt x="116421" y="129153"/>
                  <a:pt x="123282" y="129153"/>
                </a:cubicBezTo>
                <a:close/>
                <a:moveTo>
                  <a:pt x="137958" y="35223"/>
                </a:moveTo>
                <a:cubicBezTo>
                  <a:pt x="146059" y="35223"/>
                  <a:pt x="152635" y="41800"/>
                  <a:pt x="152635" y="49900"/>
                </a:cubicBezTo>
                <a:cubicBezTo>
                  <a:pt x="152635" y="58000"/>
                  <a:pt x="146059" y="64576"/>
                  <a:pt x="137958" y="64576"/>
                </a:cubicBezTo>
                <a:cubicBezTo>
                  <a:pt x="129858" y="64576"/>
                  <a:pt x="123282" y="58000"/>
                  <a:pt x="123282" y="49900"/>
                </a:cubicBezTo>
                <a:cubicBezTo>
                  <a:pt x="123282" y="41800"/>
                  <a:pt x="129858" y="35223"/>
                  <a:pt x="137958" y="35223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5" name="Text 43"/>
          <p:cNvSpPr/>
          <p:nvPr/>
        </p:nvSpPr>
        <p:spPr>
          <a:xfrm>
            <a:off x="6649008" y="3343877"/>
            <a:ext cx="5034601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Patterns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14185" y="3794737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0" y="0"/>
                </a:moveTo>
                <a:lnTo>
                  <a:pt x="300573" y="0"/>
                </a:lnTo>
                <a:lnTo>
                  <a:pt x="300573" y="300573"/>
                </a:lnTo>
                <a:lnTo>
                  <a:pt x="0" y="300573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17507" y="3879273"/>
            <a:ext cx="98626" cy="131501"/>
          </a:xfrm>
          <a:custGeom>
            <a:avLst/>
            <a:gdLst/>
            <a:ahLst/>
            <a:cxnLst/>
            <a:rect l="l" t="t" r="r" b="b"/>
            <a:pathLst>
              <a:path w="98626" h="131501">
                <a:moveTo>
                  <a:pt x="75228" y="98626"/>
                </a:moveTo>
                <a:cubicBezTo>
                  <a:pt x="77103" y="92898"/>
                  <a:pt x="80852" y="87710"/>
                  <a:pt x="85090" y="83241"/>
                </a:cubicBezTo>
                <a:cubicBezTo>
                  <a:pt x="93489" y="74406"/>
                  <a:pt x="98626" y="62463"/>
                  <a:pt x="98626" y="49313"/>
                </a:cubicBezTo>
                <a:cubicBezTo>
                  <a:pt x="98626" y="22088"/>
                  <a:pt x="76538" y="0"/>
                  <a:pt x="49313" y="0"/>
                </a:cubicBezTo>
                <a:cubicBezTo>
                  <a:pt x="22088" y="0"/>
                  <a:pt x="0" y="22088"/>
                  <a:pt x="0" y="49313"/>
                </a:cubicBezTo>
                <a:cubicBezTo>
                  <a:pt x="0" y="62463"/>
                  <a:pt x="5137" y="74406"/>
                  <a:pt x="13535" y="83241"/>
                </a:cubicBezTo>
                <a:cubicBezTo>
                  <a:pt x="17773" y="87710"/>
                  <a:pt x="21549" y="92898"/>
                  <a:pt x="23398" y="98626"/>
                </a:cubicBezTo>
                <a:lnTo>
                  <a:pt x="75202" y="98626"/>
                </a:lnTo>
                <a:close/>
                <a:moveTo>
                  <a:pt x="73969" y="110954"/>
                </a:moveTo>
                <a:lnTo>
                  <a:pt x="24656" y="110954"/>
                </a:lnTo>
                <a:lnTo>
                  <a:pt x="24656" y="115063"/>
                </a:lnTo>
                <a:cubicBezTo>
                  <a:pt x="24656" y="126415"/>
                  <a:pt x="33851" y="135610"/>
                  <a:pt x="45203" y="135610"/>
                </a:cubicBezTo>
                <a:lnTo>
                  <a:pt x="53422" y="135610"/>
                </a:lnTo>
                <a:cubicBezTo>
                  <a:pt x="64774" y="135610"/>
                  <a:pt x="73969" y="126415"/>
                  <a:pt x="73969" y="115063"/>
                </a:cubicBezTo>
                <a:lnTo>
                  <a:pt x="73969" y="110954"/>
                </a:lnTo>
                <a:close/>
                <a:moveTo>
                  <a:pt x="47258" y="28766"/>
                </a:moveTo>
                <a:cubicBezTo>
                  <a:pt x="37036" y="28766"/>
                  <a:pt x="28766" y="37036"/>
                  <a:pt x="28766" y="47258"/>
                </a:cubicBezTo>
                <a:cubicBezTo>
                  <a:pt x="28766" y="50674"/>
                  <a:pt x="26018" y="53422"/>
                  <a:pt x="22602" y="53422"/>
                </a:cubicBezTo>
                <a:cubicBezTo>
                  <a:pt x="19186" y="53422"/>
                  <a:pt x="16438" y="50674"/>
                  <a:pt x="16438" y="47258"/>
                </a:cubicBezTo>
                <a:cubicBezTo>
                  <a:pt x="16438" y="30230"/>
                  <a:pt x="30230" y="16438"/>
                  <a:pt x="47258" y="16438"/>
                </a:cubicBezTo>
                <a:cubicBezTo>
                  <a:pt x="50674" y="16438"/>
                  <a:pt x="53422" y="19186"/>
                  <a:pt x="53422" y="22602"/>
                </a:cubicBezTo>
                <a:cubicBezTo>
                  <a:pt x="53422" y="26018"/>
                  <a:pt x="50674" y="28766"/>
                  <a:pt x="47258" y="28766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8" name="Text 46"/>
          <p:cNvSpPr/>
          <p:nvPr/>
        </p:nvSpPr>
        <p:spPr>
          <a:xfrm>
            <a:off x="6827473" y="3757165"/>
            <a:ext cx="320298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Problem Statement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27473" y="4020166"/>
            <a:ext cx="319359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Winners articulate specific community needs with data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14185" y="4358311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0" y="0"/>
                </a:moveTo>
                <a:lnTo>
                  <a:pt x="300573" y="0"/>
                </a:lnTo>
                <a:lnTo>
                  <a:pt x="300573" y="300573"/>
                </a:lnTo>
                <a:lnTo>
                  <a:pt x="0" y="300573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84632" y="4442847"/>
            <a:ext cx="164376" cy="131501"/>
          </a:xfrm>
          <a:custGeom>
            <a:avLst/>
            <a:gdLst/>
            <a:ahLst/>
            <a:cxnLst/>
            <a:rect l="l" t="t" r="r" b="b"/>
            <a:pathLst>
              <a:path w="164376" h="131501">
                <a:moveTo>
                  <a:pt x="106819" y="54064"/>
                </a:moveTo>
                <a:cubicBezTo>
                  <a:pt x="109952" y="53217"/>
                  <a:pt x="113240" y="54706"/>
                  <a:pt x="114652" y="57609"/>
                </a:cubicBezTo>
                <a:lnTo>
                  <a:pt x="119429" y="67266"/>
                </a:lnTo>
                <a:cubicBezTo>
                  <a:pt x="122075" y="67625"/>
                  <a:pt x="124669" y="68344"/>
                  <a:pt x="127109" y="69346"/>
                </a:cubicBezTo>
                <a:lnTo>
                  <a:pt x="136098" y="63362"/>
                </a:lnTo>
                <a:cubicBezTo>
                  <a:pt x="138795" y="61564"/>
                  <a:pt x="142365" y="61924"/>
                  <a:pt x="144651" y="64209"/>
                </a:cubicBezTo>
                <a:lnTo>
                  <a:pt x="149582" y="69141"/>
                </a:lnTo>
                <a:cubicBezTo>
                  <a:pt x="151868" y="71426"/>
                  <a:pt x="152228" y="75022"/>
                  <a:pt x="150430" y="77693"/>
                </a:cubicBezTo>
                <a:lnTo>
                  <a:pt x="144445" y="86657"/>
                </a:lnTo>
                <a:cubicBezTo>
                  <a:pt x="144933" y="87864"/>
                  <a:pt x="145370" y="89123"/>
                  <a:pt x="145730" y="90432"/>
                </a:cubicBezTo>
                <a:cubicBezTo>
                  <a:pt x="146089" y="91742"/>
                  <a:pt x="146320" y="93027"/>
                  <a:pt x="146500" y="94336"/>
                </a:cubicBezTo>
                <a:lnTo>
                  <a:pt x="156183" y="99114"/>
                </a:lnTo>
                <a:cubicBezTo>
                  <a:pt x="159085" y="100552"/>
                  <a:pt x="160575" y="103839"/>
                  <a:pt x="159727" y="106947"/>
                </a:cubicBezTo>
                <a:lnTo>
                  <a:pt x="157929" y="113676"/>
                </a:lnTo>
                <a:cubicBezTo>
                  <a:pt x="157082" y="116784"/>
                  <a:pt x="154180" y="118890"/>
                  <a:pt x="150943" y="118685"/>
                </a:cubicBezTo>
                <a:lnTo>
                  <a:pt x="140156" y="117991"/>
                </a:lnTo>
                <a:cubicBezTo>
                  <a:pt x="138538" y="120072"/>
                  <a:pt x="136663" y="121998"/>
                  <a:pt x="134531" y="123642"/>
                </a:cubicBezTo>
                <a:lnTo>
                  <a:pt x="135225" y="134403"/>
                </a:lnTo>
                <a:cubicBezTo>
                  <a:pt x="135430" y="137639"/>
                  <a:pt x="133324" y="140567"/>
                  <a:pt x="130217" y="141389"/>
                </a:cubicBezTo>
                <a:lnTo>
                  <a:pt x="123487" y="143187"/>
                </a:lnTo>
                <a:cubicBezTo>
                  <a:pt x="120354" y="144034"/>
                  <a:pt x="117092" y="142545"/>
                  <a:pt x="115654" y="139643"/>
                </a:cubicBezTo>
                <a:lnTo>
                  <a:pt x="110877" y="129985"/>
                </a:lnTo>
                <a:cubicBezTo>
                  <a:pt x="108231" y="129626"/>
                  <a:pt x="105637" y="128907"/>
                  <a:pt x="103197" y="127905"/>
                </a:cubicBezTo>
                <a:lnTo>
                  <a:pt x="94208" y="133889"/>
                </a:lnTo>
                <a:cubicBezTo>
                  <a:pt x="91511" y="135687"/>
                  <a:pt x="87941" y="135328"/>
                  <a:pt x="85655" y="133042"/>
                </a:cubicBezTo>
                <a:lnTo>
                  <a:pt x="80724" y="128111"/>
                </a:lnTo>
                <a:cubicBezTo>
                  <a:pt x="78438" y="125825"/>
                  <a:pt x="78079" y="122255"/>
                  <a:pt x="79876" y="119558"/>
                </a:cubicBezTo>
                <a:lnTo>
                  <a:pt x="85861" y="110569"/>
                </a:lnTo>
                <a:cubicBezTo>
                  <a:pt x="85373" y="109361"/>
                  <a:pt x="84936" y="108103"/>
                  <a:pt x="84577" y="106793"/>
                </a:cubicBezTo>
                <a:cubicBezTo>
                  <a:pt x="84217" y="105483"/>
                  <a:pt x="83986" y="104173"/>
                  <a:pt x="83806" y="102889"/>
                </a:cubicBezTo>
                <a:lnTo>
                  <a:pt x="74123" y="98112"/>
                </a:lnTo>
                <a:cubicBezTo>
                  <a:pt x="71221" y="96674"/>
                  <a:pt x="69757" y="93386"/>
                  <a:pt x="70579" y="90278"/>
                </a:cubicBezTo>
                <a:lnTo>
                  <a:pt x="72377" y="83549"/>
                </a:lnTo>
                <a:cubicBezTo>
                  <a:pt x="73224" y="80441"/>
                  <a:pt x="76127" y="78335"/>
                  <a:pt x="79363" y="78541"/>
                </a:cubicBezTo>
                <a:lnTo>
                  <a:pt x="90124" y="79234"/>
                </a:lnTo>
                <a:cubicBezTo>
                  <a:pt x="91742" y="77154"/>
                  <a:pt x="93617" y="75228"/>
                  <a:pt x="95749" y="73584"/>
                </a:cubicBezTo>
                <a:lnTo>
                  <a:pt x="95056" y="62848"/>
                </a:lnTo>
                <a:cubicBezTo>
                  <a:pt x="94850" y="59612"/>
                  <a:pt x="96956" y="56684"/>
                  <a:pt x="100064" y="55862"/>
                </a:cubicBezTo>
                <a:lnTo>
                  <a:pt x="106793" y="54064"/>
                </a:lnTo>
                <a:close/>
                <a:moveTo>
                  <a:pt x="115166" y="87325"/>
                </a:moveTo>
                <a:cubicBezTo>
                  <a:pt x="108929" y="87332"/>
                  <a:pt x="103871" y="92401"/>
                  <a:pt x="103878" y="98638"/>
                </a:cubicBezTo>
                <a:cubicBezTo>
                  <a:pt x="103885" y="104876"/>
                  <a:pt x="108954" y="109934"/>
                  <a:pt x="115192" y="109926"/>
                </a:cubicBezTo>
                <a:cubicBezTo>
                  <a:pt x="121429" y="109919"/>
                  <a:pt x="126487" y="104850"/>
                  <a:pt x="126480" y="98613"/>
                </a:cubicBezTo>
                <a:cubicBezTo>
                  <a:pt x="126473" y="92376"/>
                  <a:pt x="121403" y="87318"/>
                  <a:pt x="115166" y="87325"/>
                </a:cubicBezTo>
                <a:close/>
                <a:moveTo>
                  <a:pt x="57763" y="-11686"/>
                </a:moveTo>
                <a:lnTo>
                  <a:pt x="64492" y="-9888"/>
                </a:lnTo>
                <a:cubicBezTo>
                  <a:pt x="67600" y="-9041"/>
                  <a:pt x="69706" y="-6113"/>
                  <a:pt x="69500" y="-2902"/>
                </a:cubicBezTo>
                <a:lnTo>
                  <a:pt x="68807" y="7834"/>
                </a:lnTo>
                <a:cubicBezTo>
                  <a:pt x="70939" y="9477"/>
                  <a:pt x="72813" y="11378"/>
                  <a:pt x="74431" y="13484"/>
                </a:cubicBezTo>
                <a:lnTo>
                  <a:pt x="85219" y="12791"/>
                </a:lnTo>
                <a:cubicBezTo>
                  <a:pt x="88429" y="12585"/>
                  <a:pt x="91357" y="14691"/>
                  <a:pt x="92205" y="17799"/>
                </a:cubicBezTo>
                <a:lnTo>
                  <a:pt x="94003" y="24528"/>
                </a:lnTo>
                <a:cubicBezTo>
                  <a:pt x="94824" y="27636"/>
                  <a:pt x="93360" y="30923"/>
                  <a:pt x="90458" y="32362"/>
                </a:cubicBezTo>
                <a:lnTo>
                  <a:pt x="80775" y="37139"/>
                </a:lnTo>
                <a:cubicBezTo>
                  <a:pt x="80596" y="38449"/>
                  <a:pt x="80339" y="39758"/>
                  <a:pt x="80005" y="41043"/>
                </a:cubicBezTo>
                <a:cubicBezTo>
                  <a:pt x="79671" y="42327"/>
                  <a:pt x="79209" y="43611"/>
                  <a:pt x="78721" y="44818"/>
                </a:cubicBezTo>
                <a:lnTo>
                  <a:pt x="84705" y="53807"/>
                </a:lnTo>
                <a:cubicBezTo>
                  <a:pt x="86503" y="56504"/>
                  <a:pt x="86143" y="60074"/>
                  <a:pt x="83857" y="62360"/>
                </a:cubicBezTo>
                <a:lnTo>
                  <a:pt x="78926" y="67291"/>
                </a:lnTo>
                <a:cubicBezTo>
                  <a:pt x="76640" y="69577"/>
                  <a:pt x="73070" y="69937"/>
                  <a:pt x="70373" y="68139"/>
                </a:cubicBezTo>
                <a:lnTo>
                  <a:pt x="61384" y="62155"/>
                </a:lnTo>
                <a:cubicBezTo>
                  <a:pt x="58944" y="63156"/>
                  <a:pt x="56350" y="63875"/>
                  <a:pt x="53705" y="64235"/>
                </a:cubicBezTo>
                <a:lnTo>
                  <a:pt x="48928" y="73892"/>
                </a:lnTo>
                <a:cubicBezTo>
                  <a:pt x="47489" y="76794"/>
                  <a:pt x="44202" y="78258"/>
                  <a:pt x="41094" y="77436"/>
                </a:cubicBezTo>
                <a:lnTo>
                  <a:pt x="34365" y="75639"/>
                </a:lnTo>
                <a:cubicBezTo>
                  <a:pt x="31231" y="74791"/>
                  <a:pt x="29151" y="71863"/>
                  <a:pt x="29357" y="68653"/>
                </a:cubicBezTo>
                <a:lnTo>
                  <a:pt x="30050" y="57891"/>
                </a:lnTo>
                <a:cubicBezTo>
                  <a:pt x="27918" y="56247"/>
                  <a:pt x="26043" y="54347"/>
                  <a:pt x="24425" y="52241"/>
                </a:cubicBezTo>
                <a:lnTo>
                  <a:pt x="13638" y="52934"/>
                </a:lnTo>
                <a:cubicBezTo>
                  <a:pt x="10428" y="53140"/>
                  <a:pt x="7500" y="51034"/>
                  <a:pt x="6652" y="47926"/>
                </a:cubicBezTo>
                <a:lnTo>
                  <a:pt x="4854" y="41197"/>
                </a:lnTo>
                <a:cubicBezTo>
                  <a:pt x="4032" y="38089"/>
                  <a:pt x="5496" y="34801"/>
                  <a:pt x="8399" y="33363"/>
                </a:cubicBezTo>
                <a:lnTo>
                  <a:pt x="18081" y="28586"/>
                </a:lnTo>
                <a:cubicBezTo>
                  <a:pt x="18261" y="27276"/>
                  <a:pt x="18518" y="25992"/>
                  <a:pt x="18852" y="24682"/>
                </a:cubicBezTo>
                <a:cubicBezTo>
                  <a:pt x="19211" y="23372"/>
                  <a:pt x="19622" y="22114"/>
                  <a:pt x="20136" y="20907"/>
                </a:cubicBezTo>
                <a:lnTo>
                  <a:pt x="14152" y="11943"/>
                </a:lnTo>
                <a:cubicBezTo>
                  <a:pt x="12354" y="9246"/>
                  <a:pt x="12713" y="5676"/>
                  <a:pt x="14999" y="3390"/>
                </a:cubicBezTo>
                <a:lnTo>
                  <a:pt x="19931" y="-1541"/>
                </a:lnTo>
                <a:cubicBezTo>
                  <a:pt x="22216" y="-3827"/>
                  <a:pt x="25786" y="-4186"/>
                  <a:pt x="28483" y="-2389"/>
                </a:cubicBezTo>
                <a:lnTo>
                  <a:pt x="37473" y="3596"/>
                </a:lnTo>
                <a:cubicBezTo>
                  <a:pt x="39913" y="2594"/>
                  <a:pt x="42507" y="1875"/>
                  <a:pt x="45152" y="1515"/>
                </a:cubicBezTo>
                <a:lnTo>
                  <a:pt x="49929" y="-8142"/>
                </a:lnTo>
                <a:cubicBezTo>
                  <a:pt x="51367" y="-11044"/>
                  <a:pt x="54629" y="-12508"/>
                  <a:pt x="57763" y="-11686"/>
                </a:cubicBezTo>
                <a:close/>
                <a:moveTo>
                  <a:pt x="49416" y="21574"/>
                </a:moveTo>
                <a:cubicBezTo>
                  <a:pt x="43178" y="21574"/>
                  <a:pt x="38115" y="26638"/>
                  <a:pt x="38115" y="32875"/>
                </a:cubicBezTo>
                <a:cubicBezTo>
                  <a:pt x="38115" y="39112"/>
                  <a:pt x="43178" y="44176"/>
                  <a:pt x="49416" y="44176"/>
                </a:cubicBezTo>
                <a:cubicBezTo>
                  <a:pt x="55653" y="44176"/>
                  <a:pt x="60716" y="39112"/>
                  <a:pt x="60716" y="32875"/>
                </a:cubicBezTo>
                <a:cubicBezTo>
                  <a:pt x="60716" y="26638"/>
                  <a:pt x="55653" y="21574"/>
                  <a:pt x="49416" y="21574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2" name="Text 50"/>
          <p:cNvSpPr/>
          <p:nvPr/>
        </p:nvSpPr>
        <p:spPr>
          <a:xfrm>
            <a:off x="6827473" y="4320740"/>
            <a:ext cx="29024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Sophistication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27473" y="4583741"/>
            <a:ext cx="28930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Appropriate complexity without over-engineering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4185" y="4921886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0" y="0"/>
                </a:moveTo>
                <a:lnTo>
                  <a:pt x="300573" y="0"/>
                </a:lnTo>
                <a:lnTo>
                  <a:pt x="300573" y="300573"/>
                </a:lnTo>
                <a:lnTo>
                  <a:pt x="0" y="300573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84632" y="5006422"/>
            <a:ext cx="164376" cy="131501"/>
          </a:xfrm>
          <a:custGeom>
            <a:avLst/>
            <a:gdLst/>
            <a:ahLst/>
            <a:cxnLst/>
            <a:rect l="l" t="t" r="r" b="b"/>
            <a:pathLst>
              <a:path w="164376" h="131501">
                <a:moveTo>
                  <a:pt x="82188" y="4109"/>
                </a:moveTo>
                <a:cubicBezTo>
                  <a:pt x="96930" y="4109"/>
                  <a:pt x="108899" y="16078"/>
                  <a:pt x="108899" y="30820"/>
                </a:cubicBezTo>
                <a:cubicBezTo>
                  <a:pt x="108899" y="45563"/>
                  <a:pt x="96930" y="57532"/>
                  <a:pt x="82188" y="57532"/>
                </a:cubicBezTo>
                <a:cubicBezTo>
                  <a:pt x="67446" y="57532"/>
                  <a:pt x="55477" y="45563"/>
                  <a:pt x="55477" y="30820"/>
                </a:cubicBezTo>
                <a:cubicBezTo>
                  <a:pt x="55477" y="16078"/>
                  <a:pt x="67446" y="4109"/>
                  <a:pt x="82188" y="4109"/>
                </a:cubicBezTo>
                <a:close/>
                <a:moveTo>
                  <a:pt x="24656" y="22602"/>
                </a:moveTo>
                <a:cubicBezTo>
                  <a:pt x="34863" y="22602"/>
                  <a:pt x="43149" y="30888"/>
                  <a:pt x="43149" y="41094"/>
                </a:cubicBezTo>
                <a:cubicBezTo>
                  <a:pt x="43149" y="51300"/>
                  <a:pt x="34863" y="59586"/>
                  <a:pt x="24656" y="59586"/>
                </a:cubicBezTo>
                <a:cubicBezTo>
                  <a:pt x="14450" y="59586"/>
                  <a:pt x="6164" y="51300"/>
                  <a:pt x="6164" y="41094"/>
                </a:cubicBezTo>
                <a:cubicBezTo>
                  <a:pt x="6164" y="30888"/>
                  <a:pt x="14450" y="22602"/>
                  <a:pt x="24656" y="22602"/>
                </a:cubicBezTo>
                <a:close/>
                <a:moveTo>
                  <a:pt x="0" y="106844"/>
                </a:moveTo>
                <a:cubicBezTo>
                  <a:pt x="0" y="88686"/>
                  <a:pt x="14717" y="73969"/>
                  <a:pt x="32875" y="73969"/>
                </a:cubicBezTo>
                <a:cubicBezTo>
                  <a:pt x="36163" y="73969"/>
                  <a:pt x="39347" y="74457"/>
                  <a:pt x="42352" y="75356"/>
                </a:cubicBezTo>
                <a:cubicBezTo>
                  <a:pt x="33903" y="84808"/>
                  <a:pt x="28766" y="97290"/>
                  <a:pt x="28766" y="110954"/>
                </a:cubicBezTo>
                <a:lnTo>
                  <a:pt x="28766" y="115063"/>
                </a:lnTo>
                <a:cubicBezTo>
                  <a:pt x="28766" y="117991"/>
                  <a:pt x="29382" y="120765"/>
                  <a:pt x="30487" y="123282"/>
                </a:cubicBezTo>
                <a:lnTo>
                  <a:pt x="8219" y="123282"/>
                </a:lnTo>
                <a:cubicBezTo>
                  <a:pt x="3673" y="123282"/>
                  <a:pt x="0" y="119609"/>
                  <a:pt x="0" y="115063"/>
                </a:cubicBezTo>
                <a:lnTo>
                  <a:pt x="0" y="106844"/>
                </a:lnTo>
                <a:close/>
                <a:moveTo>
                  <a:pt x="133889" y="123282"/>
                </a:moveTo>
                <a:cubicBezTo>
                  <a:pt x="134994" y="120765"/>
                  <a:pt x="135610" y="117991"/>
                  <a:pt x="135610" y="115063"/>
                </a:cubicBezTo>
                <a:lnTo>
                  <a:pt x="135610" y="110954"/>
                </a:lnTo>
                <a:cubicBezTo>
                  <a:pt x="135610" y="97290"/>
                  <a:pt x="130473" y="84808"/>
                  <a:pt x="122023" y="75356"/>
                </a:cubicBezTo>
                <a:cubicBezTo>
                  <a:pt x="125028" y="74457"/>
                  <a:pt x="128213" y="73969"/>
                  <a:pt x="131501" y="73969"/>
                </a:cubicBezTo>
                <a:cubicBezTo>
                  <a:pt x="149659" y="73969"/>
                  <a:pt x="164376" y="88686"/>
                  <a:pt x="164376" y="106844"/>
                </a:cubicBezTo>
                <a:lnTo>
                  <a:pt x="164376" y="115063"/>
                </a:lnTo>
                <a:cubicBezTo>
                  <a:pt x="164376" y="119609"/>
                  <a:pt x="160703" y="123282"/>
                  <a:pt x="156157" y="123282"/>
                </a:cubicBezTo>
                <a:lnTo>
                  <a:pt x="133889" y="123282"/>
                </a:lnTo>
                <a:close/>
                <a:moveTo>
                  <a:pt x="121227" y="41094"/>
                </a:moveTo>
                <a:cubicBezTo>
                  <a:pt x="121227" y="30888"/>
                  <a:pt x="129513" y="22602"/>
                  <a:pt x="139720" y="22602"/>
                </a:cubicBezTo>
                <a:cubicBezTo>
                  <a:pt x="149926" y="22602"/>
                  <a:pt x="158212" y="30888"/>
                  <a:pt x="158212" y="41094"/>
                </a:cubicBezTo>
                <a:cubicBezTo>
                  <a:pt x="158212" y="51300"/>
                  <a:pt x="149926" y="59586"/>
                  <a:pt x="139720" y="59586"/>
                </a:cubicBezTo>
                <a:cubicBezTo>
                  <a:pt x="129513" y="59586"/>
                  <a:pt x="121227" y="51300"/>
                  <a:pt x="121227" y="41094"/>
                </a:cubicBezTo>
                <a:close/>
                <a:moveTo>
                  <a:pt x="41094" y="110954"/>
                </a:moveTo>
                <a:cubicBezTo>
                  <a:pt x="41094" y="88249"/>
                  <a:pt x="59484" y="69860"/>
                  <a:pt x="82188" y="69860"/>
                </a:cubicBezTo>
                <a:cubicBezTo>
                  <a:pt x="104892" y="69860"/>
                  <a:pt x="123282" y="88249"/>
                  <a:pt x="123282" y="110954"/>
                </a:cubicBezTo>
                <a:lnTo>
                  <a:pt x="123282" y="115063"/>
                </a:lnTo>
                <a:cubicBezTo>
                  <a:pt x="123282" y="119609"/>
                  <a:pt x="119609" y="123282"/>
                  <a:pt x="115063" y="123282"/>
                </a:cubicBezTo>
                <a:lnTo>
                  <a:pt x="49313" y="123282"/>
                </a:lnTo>
                <a:cubicBezTo>
                  <a:pt x="44767" y="123282"/>
                  <a:pt x="41094" y="119609"/>
                  <a:pt x="41094" y="115063"/>
                </a:cubicBezTo>
                <a:lnTo>
                  <a:pt x="41094" y="110954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6" name="Text 54"/>
          <p:cNvSpPr/>
          <p:nvPr/>
        </p:nvSpPr>
        <p:spPr>
          <a:xfrm>
            <a:off x="6827473" y="4884314"/>
            <a:ext cx="216976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User-Centered Design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27473" y="5147316"/>
            <a:ext cx="216037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of user testing and iteration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4185" y="5485461"/>
            <a:ext cx="300573" cy="300573"/>
          </a:xfrm>
          <a:custGeom>
            <a:avLst/>
            <a:gdLst/>
            <a:ahLst/>
            <a:cxnLst/>
            <a:rect l="l" t="t" r="r" b="b"/>
            <a:pathLst>
              <a:path w="300573" h="300573">
                <a:moveTo>
                  <a:pt x="0" y="0"/>
                </a:moveTo>
                <a:lnTo>
                  <a:pt x="300573" y="0"/>
                </a:lnTo>
                <a:lnTo>
                  <a:pt x="300573" y="300573"/>
                </a:lnTo>
                <a:lnTo>
                  <a:pt x="0" y="300573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92851" y="5569997"/>
            <a:ext cx="147938" cy="131501"/>
          </a:xfrm>
          <a:custGeom>
            <a:avLst/>
            <a:gdLst/>
            <a:ahLst/>
            <a:cxnLst/>
            <a:rect l="l" t="t" r="r" b="b"/>
            <a:pathLst>
              <a:path w="147938" h="131501">
                <a:moveTo>
                  <a:pt x="24656" y="16438"/>
                </a:moveTo>
                <a:cubicBezTo>
                  <a:pt x="15590" y="16438"/>
                  <a:pt x="8219" y="23809"/>
                  <a:pt x="8219" y="32875"/>
                </a:cubicBezTo>
                <a:lnTo>
                  <a:pt x="8219" y="98626"/>
                </a:lnTo>
                <a:cubicBezTo>
                  <a:pt x="8219" y="107692"/>
                  <a:pt x="15590" y="115063"/>
                  <a:pt x="24656" y="115063"/>
                </a:cubicBezTo>
                <a:lnTo>
                  <a:pt x="90407" y="115063"/>
                </a:lnTo>
                <a:cubicBezTo>
                  <a:pt x="99473" y="115063"/>
                  <a:pt x="106844" y="107692"/>
                  <a:pt x="106844" y="98626"/>
                </a:cubicBezTo>
                <a:lnTo>
                  <a:pt x="106844" y="32875"/>
                </a:lnTo>
                <a:cubicBezTo>
                  <a:pt x="106844" y="23809"/>
                  <a:pt x="99473" y="16438"/>
                  <a:pt x="90407" y="16438"/>
                </a:cubicBezTo>
                <a:lnTo>
                  <a:pt x="24656" y="16438"/>
                </a:lnTo>
                <a:close/>
                <a:moveTo>
                  <a:pt x="119173" y="86297"/>
                </a:moveTo>
                <a:lnTo>
                  <a:pt x="138050" y="101399"/>
                </a:lnTo>
                <a:cubicBezTo>
                  <a:pt x="139129" y="102273"/>
                  <a:pt x="140464" y="102735"/>
                  <a:pt x="141851" y="102735"/>
                </a:cubicBezTo>
                <a:cubicBezTo>
                  <a:pt x="145216" y="102735"/>
                  <a:pt x="147938" y="100013"/>
                  <a:pt x="147938" y="96648"/>
                </a:cubicBezTo>
                <a:lnTo>
                  <a:pt x="147938" y="34853"/>
                </a:lnTo>
                <a:cubicBezTo>
                  <a:pt x="147938" y="31488"/>
                  <a:pt x="145216" y="28766"/>
                  <a:pt x="141851" y="28766"/>
                </a:cubicBezTo>
                <a:cubicBezTo>
                  <a:pt x="140464" y="28766"/>
                  <a:pt x="139129" y="29228"/>
                  <a:pt x="138050" y="30101"/>
                </a:cubicBezTo>
                <a:lnTo>
                  <a:pt x="119173" y="45203"/>
                </a:lnTo>
                <a:lnTo>
                  <a:pt x="119173" y="86297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0" name="Text 58"/>
          <p:cNvSpPr/>
          <p:nvPr/>
        </p:nvSpPr>
        <p:spPr>
          <a:xfrm>
            <a:off x="6827473" y="5447889"/>
            <a:ext cx="265819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Compelling Demonstration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27473" y="5710891"/>
            <a:ext cx="264880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 that tell a story, not just show features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80413" y="6316733"/>
            <a:ext cx="11431174" cy="535396"/>
          </a:xfrm>
          <a:custGeom>
            <a:avLst/>
            <a:gdLst/>
            <a:ahLst/>
            <a:cxnLst/>
            <a:rect l="l" t="t" r="r" b="b"/>
            <a:pathLst>
              <a:path w="11431174" h="535396">
                <a:moveTo>
                  <a:pt x="0" y="0"/>
                </a:moveTo>
                <a:lnTo>
                  <a:pt x="11431174" y="0"/>
                </a:lnTo>
                <a:lnTo>
                  <a:pt x="11431174" y="535396"/>
                </a:lnTo>
                <a:lnTo>
                  <a:pt x="0" y="535396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10196"/>
            </a:srgbClr>
          </a:solidFill>
          <a:ln w="1270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8321" y="6490502"/>
            <a:ext cx="164376" cy="187858"/>
          </a:xfrm>
          <a:custGeom>
            <a:avLst/>
            <a:gdLst/>
            <a:ahLst/>
            <a:cxnLst/>
            <a:rect l="l" t="t" r="r" b="b"/>
            <a:pathLst>
              <a:path w="164376" h="187858">
                <a:moveTo>
                  <a:pt x="164376" y="75510"/>
                </a:moveTo>
                <a:cubicBezTo>
                  <a:pt x="158946" y="79106"/>
                  <a:pt x="152708" y="82005"/>
                  <a:pt x="146214" y="84316"/>
                </a:cubicBezTo>
                <a:cubicBezTo>
                  <a:pt x="128969" y="90480"/>
                  <a:pt x="106331" y="93929"/>
                  <a:pt x="82188" y="93929"/>
                </a:cubicBezTo>
                <a:cubicBezTo>
                  <a:pt x="58045" y="93929"/>
                  <a:pt x="35370" y="90443"/>
                  <a:pt x="18162" y="84316"/>
                </a:cubicBezTo>
                <a:cubicBezTo>
                  <a:pt x="11704" y="82005"/>
                  <a:pt x="5430" y="79106"/>
                  <a:pt x="0" y="75510"/>
                </a:cubicBezTo>
                <a:lnTo>
                  <a:pt x="0" y="105670"/>
                </a:lnTo>
                <a:cubicBezTo>
                  <a:pt x="0" y="121888"/>
                  <a:pt x="36801" y="135023"/>
                  <a:pt x="82188" y="135023"/>
                </a:cubicBezTo>
                <a:cubicBezTo>
                  <a:pt x="127575" y="135023"/>
                  <a:pt x="164376" y="121888"/>
                  <a:pt x="164376" y="105670"/>
                </a:cubicBezTo>
                <a:lnTo>
                  <a:pt x="164376" y="75510"/>
                </a:lnTo>
                <a:close/>
                <a:moveTo>
                  <a:pt x="164376" y="46965"/>
                </a:moveTo>
                <a:lnTo>
                  <a:pt x="164376" y="29353"/>
                </a:lnTo>
                <a:cubicBezTo>
                  <a:pt x="164376" y="13135"/>
                  <a:pt x="127575" y="0"/>
                  <a:pt x="82188" y="0"/>
                </a:cubicBezTo>
                <a:cubicBezTo>
                  <a:pt x="36801" y="0"/>
                  <a:pt x="0" y="13135"/>
                  <a:pt x="0" y="29353"/>
                </a:cubicBezTo>
                <a:lnTo>
                  <a:pt x="0" y="46965"/>
                </a:lnTo>
                <a:cubicBezTo>
                  <a:pt x="0" y="63182"/>
                  <a:pt x="36801" y="76317"/>
                  <a:pt x="82188" y="76317"/>
                </a:cubicBezTo>
                <a:cubicBezTo>
                  <a:pt x="127575" y="76317"/>
                  <a:pt x="164376" y="63182"/>
                  <a:pt x="164376" y="46965"/>
                </a:cubicBezTo>
                <a:close/>
                <a:moveTo>
                  <a:pt x="146214" y="143022"/>
                </a:moveTo>
                <a:cubicBezTo>
                  <a:pt x="129006" y="149149"/>
                  <a:pt x="106367" y="152635"/>
                  <a:pt x="82188" y="152635"/>
                </a:cubicBezTo>
                <a:cubicBezTo>
                  <a:pt x="58009" y="152635"/>
                  <a:pt x="35370" y="149149"/>
                  <a:pt x="18162" y="143022"/>
                </a:cubicBezTo>
                <a:cubicBezTo>
                  <a:pt x="11704" y="140710"/>
                  <a:pt x="5430" y="137812"/>
                  <a:pt x="0" y="134216"/>
                </a:cubicBezTo>
                <a:lnTo>
                  <a:pt x="0" y="158505"/>
                </a:lnTo>
                <a:cubicBezTo>
                  <a:pt x="0" y="174723"/>
                  <a:pt x="36801" y="187858"/>
                  <a:pt x="82188" y="187858"/>
                </a:cubicBezTo>
                <a:cubicBezTo>
                  <a:pt x="127575" y="187858"/>
                  <a:pt x="164376" y="174723"/>
                  <a:pt x="164376" y="158505"/>
                </a:cubicBezTo>
                <a:lnTo>
                  <a:pt x="164376" y="134216"/>
                </a:lnTo>
                <a:cubicBezTo>
                  <a:pt x="158946" y="137812"/>
                  <a:pt x="152708" y="140710"/>
                  <a:pt x="146214" y="143022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64" name="Text 62"/>
          <p:cNvSpPr/>
          <p:nvPr/>
        </p:nvSpPr>
        <p:spPr>
          <a:xfrm>
            <a:off x="2980635" y="6471716"/>
            <a:ext cx="665018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Students Use It:</a:t>
            </a:r>
            <a:pPr>
              <a:lnSpc>
                <a:spcPct val="120000"/>
              </a:lnSpc>
            </a:pPr>
            <a:r>
              <a:rPr lang="en-US" sz="1183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ideas against winning patterns before investing months in development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1129a3d0932d2bad8ab98265978fcd356f30ea99.jpe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2026 Season Pass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Included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Your Student Needs to Win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15621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0" y="0"/>
                </a:moveTo>
                <a:lnTo>
                  <a:pt x="5600700" y="0"/>
                </a:lnTo>
                <a:lnTo>
                  <a:pt x="56007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5621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Shape 6"/>
          <p:cNvSpPr/>
          <p:nvPr/>
        </p:nvSpPr>
        <p:spPr>
          <a:xfrm>
            <a:off x="6096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0" name="Shape 7"/>
          <p:cNvSpPr/>
          <p:nvPr/>
        </p:nvSpPr>
        <p:spPr>
          <a:xfrm>
            <a:off x="719138" y="18859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17526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AI Access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19200" y="20955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access to the ZeroTo1 Multi-Agent Classroom with all four expert agents: Policy Advisor, Lead Architect, House Liaison, and Media Director.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0050" y="31813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0" y="0"/>
                </a:moveTo>
                <a:lnTo>
                  <a:pt x="5600700" y="0"/>
                </a:lnTo>
                <a:lnTo>
                  <a:pt x="56007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" y="31813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6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6" name="Shape 13"/>
          <p:cNvSpPr/>
          <p:nvPr/>
        </p:nvSpPr>
        <p:spPr>
          <a:xfrm>
            <a:off x="766763" y="35052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30969" y="0"/>
                </a:moveTo>
                <a:cubicBezTo>
                  <a:pt x="137554" y="0"/>
                  <a:pt x="142875" y="5321"/>
                  <a:pt x="142875" y="11906"/>
                </a:cubicBezTo>
                <a:cubicBezTo>
                  <a:pt x="142875" y="33412"/>
                  <a:pt x="133796" y="50899"/>
                  <a:pt x="121518" y="65670"/>
                </a:cubicBezTo>
                <a:cubicBezTo>
                  <a:pt x="112551" y="76423"/>
                  <a:pt x="101501" y="86171"/>
                  <a:pt x="90413" y="95250"/>
                </a:cubicBezTo>
                <a:cubicBezTo>
                  <a:pt x="101501" y="104366"/>
                  <a:pt x="112551" y="114077"/>
                  <a:pt x="121518" y="124830"/>
                </a:cubicBezTo>
                <a:cubicBezTo>
                  <a:pt x="133796" y="139564"/>
                  <a:pt x="142875" y="157088"/>
                  <a:pt x="142875" y="178594"/>
                </a:cubicBezTo>
                <a:cubicBezTo>
                  <a:pt x="142875" y="185179"/>
                  <a:pt x="137554" y="190500"/>
                  <a:pt x="130969" y="190500"/>
                </a:cubicBezTo>
                <a:cubicBezTo>
                  <a:pt x="124383" y="190500"/>
                  <a:pt x="119063" y="185179"/>
                  <a:pt x="119063" y="178594"/>
                </a:cubicBez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cubicBezTo>
                  <a:pt x="0" y="157088"/>
                  <a:pt x="9079" y="139601"/>
                  <a:pt x="21357" y="124830"/>
                </a:cubicBezTo>
                <a:cubicBezTo>
                  <a:pt x="30324" y="114077"/>
                  <a:pt x="41374" y="104366"/>
                  <a:pt x="52462" y="95250"/>
                </a:cubicBezTo>
                <a:cubicBezTo>
                  <a:pt x="41374" y="86134"/>
                  <a:pt x="30324" y="76423"/>
                  <a:pt x="21357" y="65670"/>
                </a:cubicBezTo>
                <a:cubicBezTo>
                  <a:pt x="9079" y="50899"/>
                  <a:pt x="0" y="33412"/>
                  <a:pt x="0" y="11906"/>
                </a:cubicBez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119063" y="11906"/>
                </a:lnTo>
                <a:cubicBezTo>
                  <a:pt x="119063" y="5321"/>
                  <a:pt x="124383" y="0"/>
                  <a:pt x="130969" y="0"/>
                </a:cubicBezTo>
                <a:close/>
                <a:moveTo>
                  <a:pt x="105482" y="142875"/>
                </a:moveTo>
                <a:lnTo>
                  <a:pt x="37430" y="142875"/>
                </a:lnTo>
                <a:cubicBezTo>
                  <a:pt x="34379" y="146782"/>
                  <a:pt x="31812" y="150726"/>
                  <a:pt x="29766" y="154781"/>
                </a:cubicBezTo>
                <a:lnTo>
                  <a:pt x="113184" y="154781"/>
                </a:lnTo>
                <a:cubicBezTo>
                  <a:pt x="111100" y="150726"/>
                  <a:pt x="108533" y="146782"/>
                  <a:pt x="105519" y="142875"/>
                </a:cubicBezTo>
                <a:close/>
                <a:moveTo>
                  <a:pt x="88553" y="125016"/>
                </a:moveTo>
                <a:cubicBezTo>
                  <a:pt x="83232" y="120179"/>
                  <a:pt x="77465" y="115416"/>
                  <a:pt x="71438" y="110505"/>
                </a:cubicBezTo>
                <a:cubicBezTo>
                  <a:pt x="65410" y="115379"/>
                  <a:pt x="59643" y="120179"/>
                  <a:pt x="54322" y="125016"/>
                </a:cubicBezTo>
                <a:lnTo>
                  <a:pt x="88553" y="125016"/>
                </a:lnTo>
                <a:close/>
                <a:moveTo>
                  <a:pt x="37393" y="47625"/>
                </a:moveTo>
                <a:lnTo>
                  <a:pt x="105445" y="47625"/>
                </a:lnTo>
                <a:cubicBezTo>
                  <a:pt x="108496" y="43718"/>
                  <a:pt x="111063" y="39774"/>
                  <a:pt x="113109" y="35719"/>
                </a:cubicBezTo>
                <a:lnTo>
                  <a:pt x="29728" y="35719"/>
                </a:lnTo>
                <a:cubicBezTo>
                  <a:pt x="31812" y="39774"/>
                  <a:pt x="34379" y="43718"/>
                  <a:pt x="37393" y="47625"/>
                </a:cubicBezTo>
                <a:close/>
                <a:moveTo>
                  <a:pt x="54322" y="65484"/>
                </a:moveTo>
                <a:cubicBezTo>
                  <a:pt x="59643" y="70321"/>
                  <a:pt x="65410" y="75084"/>
                  <a:pt x="71438" y="79995"/>
                </a:cubicBezTo>
                <a:cubicBezTo>
                  <a:pt x="77465" y="75121"/>
                  <a:pt x="83232" y="70321"/>
                  <a:pt x="88553" y="65484"/>
                </a:cubicBezTo>
                <a:lnTo>
                  <a:pt x="54322" y="65484"/>
                </a:lnTo>
                <a:close/>
              </a:path>
            </a:pathLst>
          </a:custGeom>
          <a:solidFill>
            <a:srgbClr val="E8EAED"/>
          </a:solidFill>
          <a:ln/>
        </p:spPr>
      </p:sp>
      <p:sp>
        <p:nvSpPr>
          <p:cNvPr id="17" name="Text 14"/>
          <p:cNvSpPr/>
          <p:nvPr/>
        </p:nvSpPr>
        <p:spPr>
          <a:xfrm>
            <a:off x="1219200" y="33718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Winning DNA Database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19200" y="371475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access to 5 years of analyzed winning projects. Understand patterns, validate ideas, and learn from the best.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00050" y="455295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0" y="0"/>
                </a:moveTo>
                <a:lnTo>
                  <a:pt x="5600700" y="0"/>
                </a:lnTo>
                <a:lnTo>
                  <a:pt x="56007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00050" y="45529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600" y="4743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2" name="Shape 19"/>
          <p:cNvSpPr/>
          <p:nvPr/>
        </p:nvSpPr>
        <p:spPr>
          <a:xfrm>
            <a:off x="742950" y="4876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0"/>
          <p:cNvSpPr/>
          <p:nvPr/>
        </p:nvSpPr>
        <p:spPr>
          <a:xfrm>
            <a:off x="1219200" y="47434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Milestone Reviews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19200" y="508635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progress reports for parents tracking every stage from "Idea" to "U.S. Capitol."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10300" y="15621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0" y="0"/>
                </a:moveTo>
                <a:lnTo>
                  <a:pt x="5600700" y="0"/>
                </a:lnTo>
                <a:lnTo>
                  <a:pt x="56007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94902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10300" y="1562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7" name="Shape 24"/>
          <p:cNvSpPr/>
          <p:nvPr/>
        </p:nvSpPr>
        <p:spPr>
          <a:xfrm>
            <a:off x="641985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8" name="Shape 25"/>
          <p:cNvSpPr/>
          <p:nvPr/>
        </p:nvSpPr>
        <p:spPr>
          <a:xfrm>
            <a:off x="655320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6"/>
          <p:cNvSpPr/>
          <p:nvPr/>
        </p:nvSpPr>
        <p:spPr>
          <a:xfrm>
            <a:off x="7029450" y="17526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PBL Dashboard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29450" y="20955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Project-Based Learning dashboard tracks every stage of development: Discovery → Architecture → Build → Launch.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6013" y="2938463"/>
            <a:ext cx="5610225" cy="2143125"/>
          </a:xfrm>
          <a:custGeom>
            <a:avLst/>
            <a:gdLst/>
            <a:ahLst/>
            <a:cxnLst/>
            <a:rect l="l" t="t" r="r" b="b"/>
            <a:pathLst>
              <a:path w="5610225" h="2143125">
                <a:moveTo>
                  <a:pt x="0" y="0"/>
                </a:moveTo>
                <a:lnTo>
                  <a:pt x="5610225" y="0"/>
                </a:lnTo>
                <a:lnTo>
                  <a:pt x="5610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10196"/>
            </a:srgbClr>
          </a:solidFill>
          <a:ln w="1270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57950" y="3190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3545" y="30718"/>
                </a:moveTo>
                <a:cubicBezTo>
                  <a:pt x="146938" y="24958"/>
                  <a:pt x="153099" y="21431"/>
                  <a:pt x="159752" y="21431"/>
                </a:cubicBezTo>
                <a:lnTo>
                  <a:pt x="160734" y="21431"/>
                </a:lnTo>
                <a:cubicBezTo>
                  <a:pt x="170602" y="21431"/>
                  <a:pt x="178594" y="29423"/>
                  <a:pt x="178594" y="39291"/>
                </a:cubicBezTo>
                <a:cubicBezTo>
                  <a:pt x="178594" y="49158"/>
                  <a:pt x="170602" y="57150"/>
                  <a:pt x="160734" y="57150"/>
                </a:cubicBezTo>
                <a:lnTo>
                  <a:pt x="128007" y="57150"/>
                </a:lnTo>
                <a:lnTo>
                  <a:pt x="143545" y="30718"/>
                </a:lnTo>
                <a:close/>
                <a:moveTo>
                  <a:pt x="85055" y="30718"/>
                </a:moveTo>
                <a:lnTo>
                  <a:pt x="100593" y="57150"/>
                </a:lnTo>
                <a:lnTo>
                  <a:pt x="67866" y="57150"/>
                </a:lnTo>
                <a:cubicBezTo>
                  <a:pt x="57998" y="57150"/>
                  <a:pt x="50006" y="49158"/>
                  <a:pt x="50006" y="39291"/>
                </a:cubicBezTo>
                <a:cubicBezTo>
                  <a:pt x="50006" y="29423"/>
                  <a:pt x="57998" y="21431"/>
                  <a:pt x="67866" y="21431"/>
                </a:cubicBezTo>
                <a:lnTo>
                  <a:pt x="68848" y="21431"/>
                </a:lnTo>
                <a:cubicBezTo>
                  <a:pt x="75501" y="21431"/>
                  <a:pt x="81707" y="24958"/>
                  <a:pt x="85055" y="30718"/>
                </a:cubicBezTo>
                <a:close/>
                <a:moveTo>
                  <a:pt x="125060" y="19869"/>
                </a:moveTo>
                <a:lnTo>
                  <a:pt x="114300" y="38174"/>
                </a:lnTo>
                <a:lnTo>
                  <a:pt x="103540" y="19869"/>
                </a:lnTo>
                <a:cubicBezTo>
                  <a:pt x="96307" y="7546"/>
                  <a:pt x="83091" y="0"/>
                  <a:pt x="68848" y="0"/>
                </a:cubicBezTo>
                <a:lnTo>
                  <a:pt x="67866" y="0"/>
                </a:lnTo>
                <a:cubicBezTo>
                  <a:pt x="46166" y="0"/>
                  <a:pt x="28575" y="17591"/>
                  <a:pt x="28575" y="39291"/>
                </a:cubicBezTo>
                <a:cubicBezTo>
                  <a:pt x="28575" y="45720"/>
                  <a:pt x="30138" y="51792"/>
                  <a:pt x="32861" y="57150"/>
                </a:cubicBez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lnTo>
                  <a:pt x="0" y="85725"/>
                </a:lnTo>
                <a:cubicBezTo>
                  <a:pt x="0" y="93628"/>
                  <a:pt x="6385" y="100013"/>
                  <a:pt x="14288" y="100013"/>
                </a:cubicBezTo>
                <a:lnTo>
                  <a:pt x="214313" y="100013"/>
                </a:lnTo>
                <a:cubicBezTo>
                  <a:pt x="222215" y="100013"/>
                  <a:pt x="228600" y="93628"/>
                  <a:pt x="228600" y="85725"/>
                </a:cubicBezTo>
                <a:lnTo>
                  <a:pt x="228600" y="71438"/>
                </a:lnTo>
                <a:cubicBezTo>
                  <a:pt x="228600" y="63535"/>
                  <a:pt x="222215" y="57150"/>
                  <a:pt x="214313" y="57150"/>
                </a:cubicBezTo>
                <a:lnTo>
                  <a:pt x="195739" y="57150"/>
                </a:lnTo>
                <a:cubicBezTo>
                  <a:pt x="198462" y="51792"/>
                  <a:pt x="200025" y="45720"/>
                  <a:pt x="200025" y="39291"/>
                </a:cubicBezTo>
                <a:cubicBezTo>
                  <a:pt x="200025" y="17591"/>
                  <a:pt x="182434" y="0"/>
                  <a:pt x="160734" y="0"/>
                </a:cubicBezTo>
                <a:lnTo>
                  <a:pt x="159752" y="0"/>
                </a:lnTo>
                <a:cubicBezTo>
                  <a:pt x="145509" y="0"/>
                  <a:pt x="132293" y="7546"/>
                  <a:pt x="125060" y="19824"/>
                </a:cubicBezTo>
                <a:close/>
                <a:moveTo>
                  <a:pt x="214313" y="121444"/>
                </a:moveTo>
                <a:lnTo>
                  <a:pt x="125016" y="121444"/>
                </a:lnTo>
                <a:lnTo>
                  <a:pt x="125016" y="214313"/>
                </a:lnTo>
                <a:lnTo>
                  <a:pt x="185738" y="214313"/>
                </a:lnTo>
                <a:cubicBezTo>
                  <a:pt x="201498" y="214313"/>
                  <a:pt x="214313" y="201498"/>
                  <a:pt x="214313" y="185738"/>
                </a:cubicBezTo>
                <a:lnTo>
                  <a:pt x="214313" y="121444"/>
                </a:lnTo>
                <a:close/>
                <a:moveTo>
                  <a:pt x="103584" y="121444"/>
                </a:moveTo>
                <a:lnTo>
                  <a:pt x="14288" y="121444"/>
                </a:lnTo>
                <a:lnTo>
                  <a:pt x="14288" y="185738"/>
                </a:lnTo>
                <a:cubicBezTo>
                  <a:pt x="14288" y="201498"/>
                  <a:pt x="27102" y="214313"/>
                  <a:pt x="42863" y="214313"/>
                </a:cubicBezTo>
                <a:lnTo>
                  <a:pt x="103584" y="214313"/>
                </a:lnTo>
                <a:lnTo>
                  <a:pt x="103584" y="121444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3" name="Text 30"/>
          <p:cNvSpPr/>
          <p:nvPr/>
        </p:nvSpPr>
        <p:spPr>
          <a:xfrm>
            <a:off x="6829425" y="3171825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Winner Benefits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48425" y="3629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5" name="Text 32"/>
          <p:cNvSpPr/>
          <p:nvPr/>
        </p:nvSpPr>
        <p:spPr>
          <a:xfrm>
            <a:off x="6734175" y="3590925"/>
            <a:ext cx="441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 Collegewise Credit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expert college admissions counseling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48425" y="3971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7" name="Text 34"/>
          <p:cNvSpPr/>
          <p:nvPr/>
        </p:nvSpPr>
        <p:spPr>
          <a:xfrm>
            <a:off x="6734175" y="3933825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U.S. Capitol Display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winning app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48425" y="4314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9" name="Text 36"/>
          <p:cNvSpPr/>
          <p:nvPr/>
        </p:nvSpPr>
        <p:spPr>
          <a:xfrm>
            <a:off x="6734175" y="4276725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#HouseOfCode Invitation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Capitol Hill showcase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48425" y="4657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1" name="Text 38"/>
          <p:cNvSpPr/>
          <p:nvPr/>
        </p:nvSpPr>
        <p:spPr>
          <a:xfrm>
            <a:off x="6734175" y="4619625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Recognition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Member of Congress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103" kern="0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2026 Season Pass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850" y="1087065"/>
            <a:ext cx="1153601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Elite Extracurricular Investment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593" y="1555628"/>
            <a:ext cx="4404489" cy="2324071"/>
          </a:xfrm>
          <a:custGeom>
            <a:avLst/>
            <a:gdLst/>
            <a:ahLst/>
            <a:cxnLst/>
            <a:rect l="l" t="t" r="r" b="b"/>
            <a:pathLst>
              <a:path w="4404489" h="2324071">
                <a:moveTo>
                  <a:pt x="0" y="0"/>
                </a:moveTo>
                <a:lnTo>
                  <a:pt x="4404489" y="0"/>
                </a:lnTo>
                <a:lnTo>
                  <a:pt x="4404489" y="2324071"/>
                </a:lnTo>
                <a:lnTo>
                  <a:pt x="0" y="2324071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 w="50800">
            <a:solidFill>
              <a:srgbClr val="C5A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34285" y="1874251"/>
            <a:ext cx="1321347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27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$197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73252" y="2511496"/>
            <a:ext cx="84341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21573" y="2923831"/>
            <a:ext cx="749700" cy="37485"/>
          </a:xfrm>
          <a:custGeom>
            <a:avLst/>
            <a:gdLst/>
            <a:ahLst/>
            <a:cxnLst/>
            <a:rect l="l" t="t" r="r" b="b"/>
            <a:pathLst>
              <a:path w="749700" h="37485">
                <a:moveTo>
                  <a:pt x="0" y="0"/>
                </a:moveTo>
                <a:lnTo>
                  <a:pt x="749700" y="0"/>
                </a:lnTo>
                <a:lnTo>
                  <a:pt x="749700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9" name="Text 7"/>
          <p:cNvSpPr/>
          <p:nvPr/>
        </p:nvSpPr>
        <p:spPr>
          <a:xfrm>
            <a:off x="1986413" y="3111256"/>
            <a:ext cx="1218263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December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Months Total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536" y="4090552"/>
            <a:ext cx="4432603" cy="2764520"/>
          </a:xfrm>
          <a:custGeom>
            <a:avLst/>
            <a:gdLst/>
            <a:ahLst/>
            <a:cxnLst/>
            <a:rect l="l" t="t" r="r" b="b"/>
            <a:pathLst>
              <a:path w="4432603" h="2764520">
                <a:moveTo>
                  <a:pt x="0" y="0"/>
                </a:moveTo>
                <a:lnTo>
                  <a:pt x="4432603" y="0"/>
                </a:lnTo>
                <a:lnTo>
                  <a:pt x="4432603" y="2764520"/>
                </a:lnTo>
                <a:lnTo>
                  <a:pt x="0" y="2764520"/>
                </a:lnTo>
                <a:lnTo>
                  <a:pt x="0" y="0"/>
                </a:lnTo>
                <a:close/>
              </a:path>
            </a:pathLst>
          </a:custGeom>
          <a:solidFill>
            <a:srgbClr val="C5A57A">
              <a:alpha val="10196"/>
            </a:srgbClr>
          </a:solidFill>
          <a:ln w="12700">
            <a:solidFill>
              <a:srgbClr val="C5A5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3339" y="4694998"/>
            <a:ext cx="210853" cy="281138"/>
          </a:xfrm>
          <a:custGeom>
            <a:avLst/>
            <a:gdLst/>
            <a:ahLst/>
            <a:cxnLst/>
            <a:rect l="l" t="t" r="r" b="b"/>
            <a:pathLst>
              <a:path w="210853" h="281138">
                <a:moveTo>
                  <a:pt x="35142" y="0"/>
                </a:moveTo>
                <a:cubicBezTo>
                  <a:pt x="15759" y="0"/>
                  <a:pt x="0" y="15759"/>
                  <a:pt x="0" y="35142"/>
                </a:cubicBezTo>
                <a:lnTo>
                  <a:pt x="0" y="245995"/>
                </a:lnTo>
                <a:cubicBezTo>
                  <a:pt x="0" y="265379"/>
                  <a:pt x="15759" y="281138"/>
                  <a:pt x="35142" y="281138"/>
                </a:cubicBezTo>
                <a:lnTo>
                  <a:pt x="175711" y="281138"/>
                </a:lnTo>
                <a:cubicBezTo>
                  <a:pt x="195094" y="281138"/>
                  <a:pt x="210853" y="265379"/>
                  <a:pt x="210853" y="245995"/>
                </a:cubicBezTo>
                <a:lnTo>
                  <a:pt x="210853" y="35142"/>
                </a:lnTo>
                <a:cubicBezTo>
                  <a:pt x="210853" y="15759"/>
                  <a:pt x="195094" y="0"/>
                  <a:pt x="175711" y="0"/>
                </a:cubicBezTo>
                <a:lnTo>
                  <a:pt x="35142" y="0"/>
                </a:lnTo>
                <a:close/>
                <a:moveTo>
                  <a:pt x="52713" y="35142"/>
                </a:moveTo>
                <a:lnTo>
                  <a:pt x="158140" y="35142"/>
                </a:lnTo>
                <a:cubicBezTo>
                  <a:pt x="167859" y="35142"/>
                  <a:pt x="175711" y="42994"/>
                  <a:pt x="175711" y="52713"/>
                </a:cubicBezTo>
                <a:lnTo>
                  <a:pt x="175711" y="70284"/>
                </a:lnTo>
                <a:cubicBezTo>
                  <a:pt x="175711" y="80003"/>
                  <a:pt x="167859" y="87855"/>
                  <a:pt x="158140" y="87855"/>
                </a:cubicBezTo>
                <a:lnTo>
                  <a:pt x="52713" y="87855"/>
                </a:lnTo>
                <a:cubicBezTo>
                  <a:pt x="42994" y="87855"/>
                  <a:pt x="35142" y="80003"/>
                  <a:pt x="35142" y="70284"/>
                </a:cubicBezTo>
                <a:lnTo>
                  <a:pt x="35142" y="52713"/>
                </a:lnTo>
                <a:cubicBezTo>
                  <a:pt x="35142" y="42994"/>
                  <a:pt x="42994" y="35142"/>
                  <a:pt x="52713" y="35142"/>
                </a:cubicBezTo>
                <a:close/>
                <a:moveTo>
                  <a:pt x="61499" y="127390"/>
                </a:moveTo>
                <a:cubicBezTo>
                  <a:pt x="61499" y="134664"/>
                  <a:pt x="55594" y="140569"/>
                  <a:pt x="48321" y="140569"/>
                </a:cubicBezTo>
                <a:cubicBezTo>
                  <a:pt x="41047" y="140569"/>
                  <a:pt x="35142" y="134664"/>
                  <a:pt x="35142" y="127390"/>
                </a:cubicBezTo>
                <a:cubicBezTo>
                  <a:pt x="35142" y="120117"/>
                  <a:pt x="41047" y="114212"/>
                  <a:pt x="48321" y="114212"/>
                </a:cubicBezTo>
                <a:cubicBezTo>
                  <a:pt x="55594" y="114212"/>
                  <a:pt x="61499" y="120117"/>
                  <a:pt x="61499" y="127390"/>
                </a:cubicBezTo>
                <a:close/>
                <a:moveTo>
                  <a:pt x="105427" y="140569"/>
                </a:moveTo>
                <a:cubicBezTo>
                  <a:pt x="98153" y="140569"/>
                  <a:pt x="92248" y="134664"/>
                  <a:pt x="92248" y="127390"/>
                </a:cubicBezTo>
                <a:cubicBezTo>
                  <a:pt x="92248" y="120117"/>
                  <a:pt x="98153" y="114212"/>
                  <a:pt x="105427" y="114212"/>
                </a:cubicBezTo>
                <a:cubicBezTo>
                  <a:pt x="112700" y="114212"/>
                  <a:pt x="118605" y="120117"/>
                  <a:pt x="118605" y="127390"/>
                </a:cubicBezTo>
                <a:cubicBezTo>
                  <a:pt x="118605" y="134664"/>
                  <a:pt x="112700" y="140569"/>
                  <a:pt x="105427" y="140569"/>
                </a:cubicBezTo>
                <a:close/>
                <a:moveTo>
                  <a:pt x="175711" y="127390"/>
                </a:moveTo>
                <a:cubicBezTo>
                  <a:pt x="175711" y="134664"/>
                  <a:pt x="169806" y="140569"/>
                  <a:pt x="162533" y="140569"/>
                </a:cubicBezTo>
                <a:cubicBezTo>
                  <a:pt x="155259" y="140569"/>
                  <a:pt x="149354" y="134664"/>
                  <a:pt x="149354" y="127390"/>
                </a:cubicBezTo>
                <a:cubicBezTo>
                  <a:pt x="149354" y="120117"/>
                  <a:pt x="155259" y="114212"/>
                  <a:pt x="162533" y="114212"/>
                </a:cubicBezTo>
                <a:cubicBezTo>
                  <a:pt x="169806" y="114212"/>
                  <a:pt x="175711" y="120117"/>
                  <a:pt x="175711" y="127390"/>
                </a:cubicBezTo>
                <a:close/>
                <a:moveTo>
                  <a:pt x="48321" y="193282"/>
                </a:moveTo>
                <a:cubicBezTo>
                  <a:pt x="41047" y="193282"/>
                  <a:pt x="35142" y="187377"/>
                  <a:pt x="35142" y="180104"/>
                </a:cubicBezTo>
                <a:cubicBezTo>
                  <a:pt x="35142" y="172830"/>
                  <a:pt x="41047" y="166925"/>
                  <a:pt x="48321" y="166925"/>
                </a:cubicBezTo>
                <a:cubicBezTo>
                  <a:pt x="55594" y="166925"/>
                  <a:pt x="61499" y="172830"/>
                  <a:pt x="61499" y="180104"/>
                </a:cubicBezTo>
                <a:cubicBezTo>
                  <a:pt x="61499" y="187377"/>
                  <a:pt x="55594" y="193282"/>
                  <a:pt x="48321" y="193282"/>
                </a:cubicBezTo>
                <a:close/>
                <a:moveTo>
                  <a:pt x="118605" y="180104"/>
                </a:moveTo>
                <a:cubicBezTo>
                  <a:pt x="118605" y="187377"/>
                  <a:pt x="112700" y="193282"/>
                  <a:pt x="105427" y="193282"/>
                </a:cubicBezTo>
                <a:cubicBezTo>
                  <a:pt x="98153" y="193282"/>
                  <a:pt x="92248" y="187377"/>
                  <a:pt x="92248" y="180104"/>
                </a:cubicBezTo>
                <a:cubicBezTo>
                  <a:pt x="92248" y="172830"/>
                  <a:pt x="98153" y="166925"/>
                  <a:pt x="105427" y="166925"/>
                </a:cubicBezTo>
                <a:cubicBezTo>
                  <a:pt x="112700" y="166925"/>
                  <a:pt x="118605" y="172830"/>
                  <a:pt x="118605" y="180104"/>
                </a:cubicBezTo>
                <a:close/>
                <a:moveTo>
                  <a:pt x="162533" y="193282"/>
                </a:moveTo>
                <a:cubicBezTo>
                  <a:pt x="155259" y="193282"/>
                  <a:pt x="149354" y="187377"/>
                  <a:pt x="149354" y="180104"/>
                </a:cubicBezTo>
                <a:cubicBezTo>
                  <a:pt x="149354" y="172830"/>
                  <a:pt x="155259" y="166925"/>
                  <a:pt x="162533" y="166925"/>
                </a:cubicBezTo>
                <a:cubicBezTo>
                  <a:pt x="169806" y="166925"/>
                  <a:pt x="175711" y="172830"/>
                  <a:pt x="175711" y="180104"/>
                </a:cubicBezTo>
                <a:cubicBezTo>
                  <a:pt x="175711" y="187377"/>
                  <a:pt x="169806" y="193282"/>
                  <a:pt x="162533" y="193282"/>
                </a:cubicBezTo>
                <a:close/>
                <a:moveTo>
                  <a:pt x="35142" y="232817"/>
                </a:moveTo>
                <a:cubicBezTo>
                  <a:pt x="35142" y="225514"/>
                  <a:pt x="41018" y="219639"/>
                  <a:pt x="48321" y="219639"/>
                </a:cubicBezTo>
                <a:lnTo>
                  <a:pt x="109819" y="219639"/>
                </a:lnTo>
                <a:cubicBezTo>
                  <a:pt x="117122" y="219639"/>
                  <a:pt x="122998" y="225514"/>
                  <a:pt x="122998" y="232817"/>
                </a:cubicBezTo>
                <a:cubicBezTo>
                  <a:pt x="122998" y="240120"/>
                  <a:pt x="117122" y="245995"/>
                  <a:pt x="109819" y="245995"/>
                </a:cubicBezTo>
                <a:lnTo>
                  <a:pt x="48321" y="245995"/>
                </a:lnTo>
                <a:cubicBezTo>
                  <a:pt x="41018" y="245995"/>
                  <a:pt x="35142" y="240120"/>
                  <a:pt x="35142" y="232817"/>
                </a:cubicBezTo>
                <a:close/>
                <a:moveTo>
                  <a:pt x="162533" y="219639"/>
                </a:moveTo>
                <a:cubicBezTo>
                  <a:pt x="169836" y="219639"/>
                  <a:pt x="175711" y="225514"/>
                  <a:pt x="175711" y="232817"/>
                </a:cubicBezTo>
                <a:cubicBezTo>
                  <a:pt x="175711" y="240120"/>
                  <a:pt x="169836" y="245995"/>
                  <a:pt x="162533" y="245995"/>
                </a:cubicBezTo>
                <a:cubicBezTo>
                  <a:pt x="155230" y="245995"/>
                  <a:pt x="149354" y="240120"/>
                  <a:pt x="149354" y="232817"/>
                </a:cubicBezTo>
                <a:cubicBezTo>
                  <a:pt x="149354" y="225514"/>
                  <a:pt x="155230" y="219639"/>
                  <a:pt x="162533" y="219639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2" name="Text 10"/>
          <p:cNvSpPr/>
          <p:nvPr/>
        </p:nvSpPr>
        <p:spPr>
          <a:xfrm>
            <a:off x="562275" y="5088590"/>
            <a:ext cx="4067124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Investment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676" y="5500925"/>
            <a:ext cx="4198321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42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$1,773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646" y="6025716"/>
            <a:ext cx="404838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complete 9-month residency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42905" y="1536885"/>
            <a:ext cx="6775416" cy="3111256"/>
          </a:xfrm>
          <a:custGeom>
            <a:avLst/>
            <a:gdLst/>
            <a:ahLst/>
            <a:cxnLst/>
            <a:rect l="l" t="t" r="r" b="b"/>
            <a:pathLst>
              <a:path w="6775416" h="3111256">
                <a:moveTo>
                  <a:pt x="0" y="0"/>
                </a:moveTo>
                <a:lnTo>
                  <a:pt x="6775416" y="0"/>
                </a:lnTo>
                <a:lnTo>
                  <a:pt x="6775416" y="3111256"/>
                </a:lnTo>
                <a:lnTo>
                  <a:pt x="0" y="3111256"/>
                </a:lnTo>
                <a:lnTo>
                  <a:pt x="0" y="0"/>
                </a:lnTo>
                <a:close/>
              </a:path>
            </a:pathLst>
          </a:custGeom>
          <a:solidFill>
            <a:srgbClr val="2D3138"/>
          </a:solidFill>
          <a:ln/>
        </p:spPr>
      </p:sp>
      <p:sp>
        <p:nvSpPr>
          <p:cNvPr id="16" name="Shape 14"/>
          <p:cNvSpPr/>
          <p:nvPr/>
        </p:nvSpPr>
        <p:spPr>
          <a:xfrm>
            <a:off x="5267816" y="1799281"/>
            <a:ext cx="234281" cy="187425"/>
          </a:xfrm>
          <a:custGeom>
            <a:avLst/>
            <a:gdLst/>
            <a:ahLst/>
            <a:cxnLst/>
            <a:rect l="l" t="t" r="r" b="b"/>
            <a:pathLst>
              <a:path w="234281" h="187425">
                <a:moveTo>
                  <a:pt x="140569" y="11714"/>
                </a:moveTo>
                <a:lnTo>
                  <a:pt x="187425" y="11714"/>
                </a:lnTo>
                <a:cubicBezTo>
                  <a:pt x="193904" y="11714"/>
                  <a:pt x="199139" y="16949"/>
                  <a:pt x="199139" y="23428"/>
                </a:cubicBezTo>
                <a:cubicBezTo>
                  <a:pt x="199139" y="29907"/>
                  <a:pt x="193904" y="35142"/>
                  <a:pt x="187425" y="35142"/>
                </a:cubicBezTo>
                <a:lnTo>
                  <a:pt x="145840" y="35142"/>
                </a:lnTo>
                <a:cubicBezTo>
                  <a:pt x="143937" y="44587"/>
                  <a:pt x="137457" y="52384"/>
                  <a:pt x="128855" y="56118"/>
                </a:cubicBezTo>
                <a:lnTo>
                  <a:pt x="128855" y="163997"/>
                </a:lnTo>
                <a:lnTo>
                  <a:pt x="187425" y="163997"/>
                </a:lnTo>
                <a:cubicBezTo>
                  <a:pt x="193904" y="163997"/>
                  <a:pt x="199139" y="169232"/>
                  <a:pt x="199139" y="175711"/>
                </a:cubicBezTo>
                <a:cubicBezTo>
                  <a:pt x="199139" y="182190"/>
                  <a:pt x="193904" y="187425"/>
                  <a:pt x="187425" y="187425"/>
                </a:cubicBezTo>
                <a:lnTo>
                  <a:pt x="46856" y="187425"/>
                </a:lnTo>
                <a:cubicBezTo>
                  <a:pt x="40377" y="187425"/>
                  <a:pt x="35142" y="182190"/>
                  <a:pt x="35142" y="175711"/>
                </a:cubicBezTo>
                <a:cubicBezTo>
                  <a:pt x="35142" y="169232"/>
                  <a:pt x="40377" y="163997"/>
                  <a:pt x="46856" y="163997"/>
                </a:cubicBezTo>
                <a:lnTo>
                  <a:pt x="105427" y="163997"/>
                </a:lnTo>
                <a:lnTo>
                  <a:pt x="105427" y="56118"/>
                </a:lnTo>
                <a:cubicBezTo>
                  <a:pt x="96824" y="52347"/>
                  <a:pt x="90345" y="44550"/>
                  <a:pt x="88441" y="35142"/>
                </a:cubicBezTo>
                <a:lnTo>
                  <a:pt x="46856" y="35142"/>
                </a:lnTo>
                <a:cubicBezTo>
                  <a:pt x="40377" y="35142"/>
                  <a:pt x="35142" y="29907"/>
                  <a:pt x="35142" y="23428"/>
                </a:cubicBezTo>
                <a:cubicBezTo>
                  <a:pt x="35142" y="16949"/>
                  <a:pt x="40377" y="11714"/>
                  <a:pt x="46856" y="11714"/>
                </a:cubicBezTo>
                <a:lnTo>
                  <a:pt x="93713" y="11714"/>
                </a:lnTo>
                <a:cubicBezTo>
                  <a:pt x="99057" y="4612"/>
                  <a:pt x="107550" y="0"/>
                  <a:pt x="117141" y="0"/>
                </a:cubicBezTo>
                <a:cubicBezTo>
                  <a:pt x="126732" y="0"/>
                  <a:pt x="135224" y="4612"/>
                  <a:pt x="140569" y="11714"/>
                </a:cubicBezTo>
                <a:close/>
                <a:moveTo>
                  <a:pt x="160922" y="117141"/>
                </a:moveTo>
                <a:lnTo>
                  <a:pt x="213928" y="117141"/>
                </a:lnTo>
                <a:lnTo>
                  <a:pt x="187425" y="71675"/>
                </a:lnTo>
                <a:lnTo>
                  <a:pt x="160922" y="117141"/>
                </a:lnTo>
                <a:close/>
                <a:moveTo>
                  <a:pt x="187425" y="152283"/>
                </a:moveTo>
                <a:cubicBezTo>
                  <a:pt x="164400" y="152283"/>
                  <a:pt x="145254" y="139837"/>
                  <a:pt x="141301" y="123400"/>
                </a:cubicBezTo>
                <a:cubicBezTo>
                  <a:pt x="140349" y="119374"/>
                  <a:pt x="141667" y="115237"/>
                  <a:pt x="143754" y="111650"/>
                </a:cubicBezTo>
                <a:lnTo>
                  <a:pt x="178603" y="51908"/>
                </a:lnTo>
                <a:cubicBezTo>
                  <a:pt x="180433" y="48760"/>
                  <a:pt x="183801" y="46856"/>
                  <a:pt x="187425" y="46856"/>
                </a:cubicBezTo>
                <a:cubicBezTo>
                  <a:pt x="191049" y="46856"/>
                  <a:pt x="194417" y="48796"/>
                  <a:pt x="196247" y="51908"/>
                </a:cubicBezTo>
                <a:lnTo>
                  <a:pt x="231097" y="111650"/>
                </a:lnTo>
                <a:cubicBezTo>
                  <a:pt x="233183" y="115237"/>
                  <a:pt x="234501" y="119374"/>
                  <a:pt x="233549" y="123400"/>
                </a:cubicBezTo>
                <a:cubicBezTo>
                  <a:pt x="229596" y="139800"/>
                  <a:pt x="210451" y="152283"/>
                  <a:pt x="187425" y="152283"/>
                </a:cubicBezTo>
                <a:close/>
                <a:moveTo>
                  <a:pt x="46417" y="71675"/>
                </a:moveTo>
                <a:lnTo>
                  <a:pt x="19914" y="117141"/>
                </a:lnTo>
                <a:lnTo>
                  <a:pt x="72957" y="117141"/>
                </a:lnTo>
                <a:lnTo>
                  <a:pt x="46417" y="71675"/>
                </a:lnTo>
                <a:close/>
                <a:moveTo>
                  <a:pt x="329" y="123400"/>
                </a:moveTo>
                <a:cubicBezTo>
                  <a:pt x="-622" y="119374"/>
                  <a:pt x="696" y="115237"/>
                  <a:pt x="2782" y="111650"/>
                </a:cubicBezTo>
                <a:lnTo>
                  <a:pt x="37631" y="51908"/>
                </a:lnTo>
                <a:cubicBezTo>
                  <a:pt x="39462" y="48760"/>
                  <a:pt x="42830" y="46856"/>
                  <a:pt x="46454" y="46856"/>
                </a:cubicBezTo>
                <a:cubicBezTo>
                  <a:pt x="50078" y="46856"/>
                  <a:pt x="53445" y="48796"/>
                  <a:pt x="55276" y="51908"/>
                </a:cubicBezTo>
                <a:lnTo>
                  <a:pt x="90125" y="111650"/>
                </a:lnTo>
                <a:cubicBezTo>
                  <a:pt x="92212" y="115237"/>
                  <a:pt x="93529" y="119374"/>
                  <a:pt x="92578" y="123400"/>
                </a:cubicBezTo>
                <a:cubicBezTo>
                  <a:pt x="88624" y="139800"/>
                  <a:pt x="69479" y="152283"/>
                  <a:pt x="46454" y="152283"/>
                </a:cubicBezTo>
                <a:cubicBezTo>
                  <a:pt x="23428" y="152283"/>
                  <a:pt x="4283" y="139837"/>
                  <a:pt x="329" y="123400"/>
                </a:cubicBez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17" name="Text 15"/>
          <p:cNvSpPr/>
          <p:nvPr/>
        </p:nvSpPr>
        <p:spPr>
          <a:xfrm>
            <a:off x="5502097" y="1761796"/>
            <a:ext cx="618502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Comparable Investments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67816" y="2174131"/>
            <a:ext cx="3092513" cy="1049580"/>
          </a:xfrm>
          <a:custGeom>
            <a:avLst/>
            <a:gdLst/>
            <a:ahLst/>
            <a:cxnLst/>
            <a:rect l="l" t="t" r="r" b="b"/>
            <a:pathLst>
              <a:path w="3092513" h="1049580">
                <a:moveTo>
                  <a:pt x="0" y="0"/>
                </a:moveTo>
                <a:lnTo>
                  <a:pt x="3092513" y="0"/>
                </a:lnTo>
                <a:lnTo>
                  <a:pt x="3092513" y="1049580"/>
                </a:lnTo>
                <a:lnTo>
                  <a:pt x="0" y="104958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5436498" y="236155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37055" y="2050"/>
                </a:moveTo>
                <a:cubicBezTo>
                  <a:pt x="139280" y="3836"/>
                  <a:pt x="140569" y="6531"/>
                  <a:pt x="140569" y="9371"/>
                </a:cubicBezTo>
                <a:lnTo>
                  <a:pt x="140569" y="98398"/>
                </a:lnTo>
                <a:cubicBezTo>
                  <a:pt x="140569" y="111342"/>
                  <a:pt x="127976" y="121826"/>
                  <a:pt x="112455" y="121826"/>
                </a:cubicBezTo>
                <a:cubicBezTo>
                  <a:pt x="96934" y="121826"/>
                  <a:pt x="84341" y="111342"/>
                  <a:pt x="84341" y="98398"/>
                </a:cubicBezTo>
                <a:cubicBezTo>
                  <a:pt x="84341" y="85454"/>
                  <a:pt x="96934" y="74970"/>
                  <a:pt x="112455" y="74970"/>
                </a:cubicBezTo>
                <a:cubicBezTo>
                  <a:pt x="115735" y="74970"/>
                  <a:pt x="118898" y="75439"/>
                  <a:pt x="121826" y="76317"/>
                </a:cubicBezTo>
                <a:lnTo>
                  <a:pt x="121826" y="42141"/>
                </a:lnTo>
                <a:lnTo>
                  <a:pt x="56228" y="56725"/>
                </a:lnTo>
                <a:lnTo>
                  <a:pt x="56228" y="117141"/>
                </a:lnTo>
                <a:cubicBezTo>
                  <a:pt x="56228" y="130085"/>
                  <a:pt x="43635" y="140569"/>
                  <a:pt x="28114" y="140569"/>
                </a:cubicBezTo>
                <a:cubicBezTo>
                  <a:pt x="12593" y="140569"/>
                  <a:pt x="0" y="130085"/>
                  <a:pt x="0" y="117141"/>
                </a:cubicBezTo>
                <a:cubicBezTo>
                  <a:pt x="0" y="104197"/>
                  <a:pt x="12593" y="93713"/>
                  <a:pt x="28114" y="93713"/>
                </a:cubicBezTo>
                <a:cubicBezTo>
                  <a:pt x="31394" y="93713"/>
                  <a:pt x="34556" y="94181"/>
                  <a:pt x="37485" y="95060"/>
                </a:cubicBezTo>
                <a:lnTo>
                  <a:pt x="37485" y="28114"/>
                </a:lnTo>
                <a:cubicBezTo>
                  <a:pt x="37485" y="23721"/>
                  <a:pt x="40531" y="19914"/>
                  <a:pt x="44836" y="18977"/>
                </a:cubicBezTo>
                <a:lnTo>
                  <a:pt x="129177" y="234"/>
                </a:lnTo>
                <a:cubicBezTo>
                  <a:pt x="131959" y="-381"/>
                  <a:pt x="134858" y="293"/>
                  <a:pt x="137084" y="2079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0" name="Text 18"/>
          <p:cNvSpPr/>
          <p:nvPr/>
        </p:nvSpPr>
        <p:spPr>
          <a:xfrm>
            <a:off x="5680151" y="2324071"/>
            <a:ext cx="103083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Music Tutoring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7756" y="2623951"/>
            <a:ext cx="288634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$200-400/mo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7756" y="2886346"/>
            <a:ext cx="285823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lessons, 9 months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6462" y="2174131"/>
            <a:ext cx="3092513" cy="1049580"/>
          </a:xfrm>
          <a:custGeom>
            <a:avLst/>
            <a:gdLst/>
            <a:ahLst/>
            <a:cxnLst/>
            <a:rect l="l" t="t" r="r" b="b"/>
            <a:pathLst>
              <a:path w="3092513" h="1049580">
                <a:moveTo>
                  <a:pt x="0" y="0"/>
                </a:moveTo>
                <a:lnTo>
                  <a:pt x="3092513" y="0"/>
                </a:lnTo>
                <a:lnTo>
                  <a:pt x="3092513" y="1049580"/>
                </a:lnTo>
                <a:lnTo>
                  <a:pt x="0" y="104958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4516" y="236155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75116" y="-9371"/>
                </a:moveTo>
                <a:cubicBezTo>
                  <a:pt x="84168" y="-9371"/>
                  <a:pt x="91516" y="-2023"/>
                  <a:pt x="91516" y="7028"/>
                </a:cubicBezTo>
                <a:cubicBezTo>
                  <a:pt x="91516" y="16080"/>
                  <a:pt x="84168" y="23428"/>
                  <a:pt x="75116" y="23428"/>
                </a:cubicBezTo>
                <a:cubicBezTo>
                  <a:pt x="66065" y="23428"/>
                  <a:pt x="58717" y="16080"/>
                  <a:pt x="58717" y="7028"/>
                </a:cubicBezTo>
                <a:cubicBezTo>
                  <a:pt x="58717" y="-2023"/>
                  <a:pt x="66065" y="-9371"/>
                  <a:pt x="75116" y="-9371"/>
                </a:cubicBezTo>
                <a:close/>
                <a:moveTo>
                  <a:pt x="36196" y="51542"/>
                </a:moveTo>
                <a:cubicBezTo>
                  <a:pt x="35230" y="51542"/>
                  <a:pt x="34381" y="52128"/>
                  <a:pt x="34029" y="53006"/>
                </a:cubicBezTo>
                <a:lnTo>
                  <a:pt x="27587" y="69084"/>
                </a:lnTo>
                <a:cubicBezTo>
                  <a:pt x="25654" y="73886"/>
                  <a:pt x="20207" y="76229"/>
                  <a:pt x="15404" y="74296"/>
                </a:cubicBezTo>
                <a:cubicBezTo>
                  <a:pt x="10601" y="72364"/>
                  <a:pt x="8258" y="66917"/>
                  <a:pt x="10191" y="62114"/>
                </a:cubicBezTo>
                <a:lnTo>
                  <a:pt x="16605" y="46036"/>
                </a:lnTo>
                <a:cubicBezTo>
                  <a:pt x="19826" y="38041"/>
                  <a:pt x="27557" y="32799"/>
                  <a:pt x="36196" y="32799"/>
                </a:cubicBezTo>
                <a:lnTo>
                  <a:pt x="64691" y="32799"/>
                </a:lnTo>
                <a:cubicBezTo>
                  <a:pt x="73037" y="32799"/>
                  <a:pt x="80739" y="37221"/>
                  <a:pt x="84927" y="44426"/>
                </a:cubicBezTo>
                <a:lnTo>
                  <a:pt x="94533" y="60913"/>
                </a:lnTo>
                <a:lnTo>
                  <a:pt x="112572" y="60913"/>
                </a:lnTo>
                <a:cubicBezTo>
                  <a:pt x="117756" y="60913"/>
                  <a:pt x="121943" y="65101"/>
                  <a:pt x="121943" y="70284"/>
                </a:cubicBezTo>
                <a:cubicBezTo>
                  <a:pt x="121943" y="75468"/>
                  <a:pt x="117756" y="79656"/>
                  <a:pt x="112572" y="79656"/>
                </a:cubicBezTo>
                <a:lnTo>
                  <a:pt x="94533" y="79656"/>
                </a:lnTo>
                <a:cubicBezTo>
                  <a:pt x="87855" y="79656"/>
                  <a:pt x="81706" y="76112"/>
                  <a:pt x="78338" y="70343"/>
                </a:cubicBezTo>
                <a:lnTo>
                  <a:pt x="75409" y="65335"/>
                </a:lnTo>
                <a:lnTo>
                  <a:pt x="69347" y="85952"/>
                </a:lnTo>
                <a:lnTo>
                  <a:pt x="91428" y="92570"/>
                </a:lnTo>
                <a:cubicBezTo>
                  <a:pt x="99540" y="95001"/>
                  <a:pt x="103669" y="103992"/>
                  <a:pt x="100243" y="111752"/>
                </a:cubicBezTo>
                <a:lnTo>
                  <a:pt x="83668" y="149061"/>
                </a:lnTo>
                <a:cubicBezTo>
                  <a:pt x="81559" y="153806"/>
                  <a:pt x="76024" y="155914"/>
                  <a:pt x="71309" y="153806"/>
                </a:cubicBezTo>
                <a:cubicBezTo>
                  <a:pt x="66594" y="151697"/>
                  <a:pt x="64457" y="146162"/>
                  <a:pt x="66565" y="141447"/>
                </a:cubicBezTo>
                <a:lnTo>
                  <a:pt x="80973" y="108999"/>
                </a:lnTo>
                <a:lnTo>
                  <a:pt x="52889" y="100565"/>
                </a:lnTo>
                <a:cubicBezTo>
                  <a:pt x="43313" y="97695"/>
                  <a:pt x="37661" y="87768"/>
                  <a:pt x="40091" y="78074"/>
                </a:cubicBezTo>
                <a:lnTo>
                  <a:pt x="46739" y="51542"/>
                </a:lnTo>
                <a:lnTo>
                  <a:pt x="36226" y="51542"/>
                </a:lnTo>
                <a:close/>
                <a:moveTo>
                  <a:pt x="33854" y="104548"/>
                </a:moveTo>
                <a:cubicBezTo>
                  <a:pt x="37749" y="108912"/>
                  <a:pt x="42844" y="112250"/>
                  <a:pt x="48848" y="114036"/>
                </a:cubicBezTo>
                <a:lnTo>
                  <a:pt x="50224" y="114446"/>
                </a:lnTo>
                <a:lnTo>
                  <a:pt x="48203" y="120098"/>
                </a:lnTo>
                <a:cubicBezTo>
                  <a:pt x="46505" y="124872"/>
                  <a:pt x="43518" y="129118"/>
                  <a:pt x="39623" y="132340"/>
                </a:cubicBezTo>
                <a:lnTo>
                  <a:pt x="15492" y="152224"/>
                </a:lnTo>
                <a:cubicBezTo>
                  <a:pt x="11509" y="155504"/>
                  <a:pt x="5593" y="154948"/>
                  <a:pt x="2314" y="150965"/>
                </a:cubicBezTo>
                <a:cubicBezTo>
                  <a:pt x="-966" y="146982"/>
                  <a:pt x="-410" y="141067"/>
                  <a:pt x="3573" y="137787"/>
                </a:cubicBezTo>
                <a:lnTo>
                  <a:pt x="27704" y="117902"/>
                </a:lnTo>
                <a:cubicBezTo>
                  <a:pt x="29022" y="116819"/>
                  <a:pt x="29988" y="115413"/>
                  <a:pt x="30574" y="113831"/>
                </a:cubicBezTo>
                <a:lnTo>
                  <a:pt x="33854" y="104548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5" name="Text 23"/>
          <p:cNvSpPr/>
          <p:nvPr/>
        </p:nvSpPr>
        <p:spPr>
          <a:xfrm>
            <a:off x="8918797" y="2324071"/>
            <a:ext cx="10495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 Training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56402" y="2623951"/>
            <a:ext cx="288634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$300-600/mo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6402" y="2886346"/>
            <a:ext cx="285823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coaching, 9 months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67816" y="3373651"/>
            <a:ext cx="3092513" cy="1049580"/>
          </a:xfrm>
          <a:custGeom>
            <a:avLst/>
            <a:gdLst/>
            <a:ahLst/>
            <a:cxnLst/>
            <a:rect l="l" t="t" r="r" b="b"/>
            <a:pathLst>
              <a:path w="3092513" h="1049580">
                <a:moveTo>
                  <a:pt x="0" y="0"/>
                </a:moveTo>
                <a:lnTo>
                  <a:pt x="3092513" y="0"/>
                </a:lnTo>
                <a:lnTo>
                  <a:pt x="3092513" y="1049580"/>
                </a:lnTo>
                <a:lnTo>
                  <a:pt x="0" y="104958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Shape 27"/>
          <p:cNvSpPr/>
          <p:nvPr/>
        </p:nvSpPr>
        <p:spPr>
          <a:xfrm>
            <a:off x="5427127" y="3561076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14057" y="57340"/>
                </a:moveTo>
                <a:lnTo>
                  <a:pt x="75321" y="82555"/>
                </a:lnTo>
                <a:cubicBezTo>
                  <a:pt x="78191" y="83726"/>
                  <a:pt x="81237" y="84341"/>
                  <a:pt x="84341" y="84341"/>
                </a:cubicBezTo>
                <a:cubicBezTo>
                  <a:pt x="87446" y="84341"/>
                  <a:pt x="90491" y="83726"/>
                  <a:pt x="93361" y="82555"/>
                </a:cubicBezTo>
                <a:lnTo>
                  <a:pt x="164348" y="53328"/>
                </a:lnTo>
                <a:cubicBezTo>
                  <a:pt x="166984" y="52245"/>
                  <a:pt x="168683" y="49697"/>
                  <a:pt x="168683" y="46856"/>
                </a:cubicBezTo>
                <a:cubicBezTo>
                  <a:pt x="168683" y="44016"/>
                  <a:pt x="166984" y="41468"/>
                  <a:pt x="164348" y="40384"/>
                </a:cubicBezTo>
                <a:lnTo>
                  <a:pt x="93361" y="11158"/>
                </a:lnTo>
                <a:cubicBezTo>
                  <a:pt x="90491" y="9986"/>
                  <a:pt x="87446" y="9371"/>
                  <a:pt x="84341" y="9371"/>
                </a:cubicBezTo>
                <a:cubicBezTo>
                  <a:pt x="81237" y="9371"/>
                  <a:pt x="78191" y="9986"/>
                  <a:pt x="75321" y="11158"/>
                </a:cubicBezTo>
                <a:lnTo>
                  <a:pt x="4334" y="40384"/>
                </a:lnTo>
                <a:cubicBezTo>
                  <a:pt x="1699" y="41468"/>
                  <a:pt x="0" y="44016"/>
                  <a:pt x="0" y="46856"/>
                </a:cubicBezTo>
                <a:lnTo>
                  <a:pt x="0" y="133540"/>
                </a:lnTo>
                <a:cubicBezTo>
                  <a:pt x="0" y="137435"/>
                  <a:pt x="3134" y="140569"/>
                  <a:pt x="7028" y="140569"/>
                </a:cubicBezTo>
                <a:cubicBezTo>
                  <a:pt x="10923" y="140569"/>
                  <a:pt x="14057" y="137435"/>
                  <a:pt x="14057" y="133540"/>
                </a:cubicBezTo>
                <a:lnTo>
                  <a:pt x="14057" y="57340"/>
                </a:lnTo>
                <a:close/>
                <a:moveTo>
                  <a:pt x="28114" y="78338"/>
                </a:moveTo>
                <a:lnTo>
                  <a:pt x="28114" y="112455"/>
                </a:lnTo>
                <a:cubicBezTo>
                  <a:pt x="28114" y="127976"/>
                  <a:pt x="53299" y="140569"/>
                  <a:pt x="84341" y="140569"/>
                </a:cubicBezTo>
                <a:cubicBezTo>
                  <a:pt x="115384" y="140569"/>
                  <a:pt x="140569" y="127976"/>
                  <a:pt x="140569" y="112455"/>
                </a:cubicBezTo>
                <a:lnTo>
                  <a:pt x="140569" y="78309"/>
                </a:lnTo>
                <a:lnTo>
                  <a:pt x="98720" y="95557"/>
                </a:lnTo>
                <a:cubicBezTo>
                  <a:pt x="94152" y="97432"/>
                  <a:pt x="89290" y="98398"/>
                  <a:pt x="84341" y="98398"/>
                </a:cubicBezTo>
                <a:cubicBezTo>
                  <a:pt x="79392" y="98398"/>
                  <a:pt x="74531" y="97432"/>
                  <a:pt x="69962" y="95557"/>
                </a:cubicBezTo>
                <a:lnTo>
                  <a:pt x="28114" y="78309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0" name="Text 28"/>
          <p:cNvSpPr/>
          <p:nvPr/>
        </p:nvSpPr>
        <p:spPr>
          <a:xfrm>
            <a:off x="5680151" y="3523591"/>
            <a:ext cx="131197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College Counseling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17756" y="3823471"/>
            <a:ext cx="288634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$5,000-15,000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7756" y="4085866"/>
            <a:ext cx="285823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package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6462" y="3373651"/>
            <a:ext cx="3092513" cy="1049580"/>
          </a:xfrm>
          <a:custGeom>
            <a:avLst/>
            <a:gdLst/>
            <a:ahLst/>
            <a:cxnLst/>
            <a:rect l="l" t="t" r="r" b="b"/>
            <a:pathLst>
              <a:path w="3092513" h="1049580">
                <a:moveTo>
                  <a:pt x="0" y="0"/>
                </a:moveTo>
                <a:lnTo>
                  <a:pt x="3092513" y="0"/>
                </a:lnTo>
                <a:lnTo>
                  <a:pt x="3092513" y="1049580"/>
                </a:lnTo>
                <a:lnTo>
                  <a:pt x="0" y="104958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8675145" y="356107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42258" y="0"/>
                </a:moveTo>
                <a:lnTo>
                  <a:pt x="107857" y="0"/>
                </a:lnTo>
                <a:cubicBezTo>
                  <a:pt x="115618" y="0"/>
                  <a:pt x="121943" y="6384"/>
                  <a:pt x="121651" y="14115"/>
                </a:cubicBezTo>
                <a:cubicBezTo>
                  <a:pt x="121592" y="15668"/>
                  <a:pt x="121533" y="17220"/>
                  <a:pt x="121446" y="18743"/>
                </a:cubicBezTo>
                <a:lnTo>
                  <a:pt x="135971" y="18743"/>
                </a:lnTo>
                <a:cubicBezTo>
                  <a:pt x="143614" y="18743"/>
                  <a:pt x="150350" y="25068"/>
                  <a:pt x="149764" y="33327"/>
                </a:cubicBezTo>
                <a:cubicBezTo>
                  <a:pt x="147568" y="63695"/>
                  <a:pt x="132047" y="80388"/>
                  <a:pt x="115208" y="89115"/>
                </a:cubicBezTo>
                <a:cubicBezTo>
                  <a:pt x="110581" y="91516"/>
                  <a:pt x="105866" y="93303"/>
                  <a:pt x="101385" y="94620"/>
                </a:cubicBezTo>
                <a:cubicBezTo>
                  <a:pt x="95470" y="102996"/>
                  <a:pt x="89320" y="107418"/>
                  <a:pt x="84429" y="109790"/>
                </a:cubicBezTo>
                <a:lnTo>
                  <a:pt x="84429" y="131198"/>
                </a:lnTo>
                <a:lnTo>
                  <a:pt x="103172" y="131198"/>
                </a:lnTo>
                <a:cubicBezTo>
                  <a:pt x="108355" y="131198"/>
                  <a:pt x="112543" y="135385"/>
                  <a:pt x="112543" y="140569"/>
                </a:cubicBezTo>
                <a:cubicBezTo>
                  <a:pt x="112543" y="145752"/>
                  <a:pt x="108355" y="149940"/>
                  <a:pt x="103172" y="149940"/>
                </a:cubicBezTo>
                <a:lnTo>
                  <a:pt x="46944" y="149940"/>
                </a:lnTo>
                <a:cubicBezTo>
                  <a:pt x="41761" y="149940"/>
                  <a:pt x="37573" y="145752"/>
                  <a:pt x="37573" y="140569"/>
                </a:cubicBezTo>
                <a:cubicBezTo>
                  <a:pt x="37573" y="135385"/>
                  <a:pt x="41761" y="131198"/>
                  <a:pt x="46944" y="131198"/>
                </a:cubicBezTo>
                <a:lnTo>
                  <a:pt x="65687" y="131198"/>
                </a:lnTo>
                <a:lnTo>
                  <a:pt x="65687" y="109790"/>
                </a:lnTo>
                <a:cubicBezTo>
                  <a:pt x="61001" y="107535"/>
                  <a:pt x="55173" y="103347"/>
                  <a:pt x="49492" y="95645"/>
                </a:cubicBezTo>
                <a:cubicBezTo>
                  <a:pt x="44103" y="94240"/>
                  <a:pt x="38246" y="92102"/>
                  <a:pt x="32536" y="88880"/>
                </a:cubicBezTo>
                <a:cubicBezTo>
                  <a:pt x="16693" y="80007"/>
                  <a:pt x="2401" y="63285"/>
                  <a:pt x="351" y="33268"/>
                </a:cubicBezTo>
                <a:cubicBezTo>
                  <a:pt x="-205" y="25039"/>
                  <a:pt x="6501" y="18713"/>
                  <a:pt x="14145" y="18713"/>
                </a:cubicBezTo>
                <a:lnTo>
                  <a:pt x="28670" y="18713"/>
                </a:lnTo>
                <a:cubicBezTo>
                  <a:pt x="28582" y="17190"/>
                  <a:pt x="28524" y="15668"/>
                  <a:pt x="28465" y="14086"/>
                </a:cubicBezTo>
                <a:cubicBezTo>
                  <a:pt x="28172" y="6326"/>
                  <a:pt x="34498" y="-29"/>
                  <a:pt x="42258" y="-29"/>
                </a:cubicBezTo>
                <a:close/>
                <a:moveTo>
                  <a:pt x="29724" y="32799"/>
                </a:moveTo>
                <a:lnTo>
                  <a:pt x="14379" y="32799"/>
                </a:lnTo>
                <a:cubicBezTo>
                  <a:pt x="16195" y="57604"/>
                  <a:pt x="27587" y="70021"/>
                  <a:pt x="39330" y="76610"/>
                </a:cubicBezTo>
                <a:cubicBezTo>
                  <a:pt x="35113" y="65687"/>
                  <a:pt x="31628" y="51425"/>
                  <a:pt x="29724" y="32799"/>
                </a:cubicBezTo>
                <a:close/>
                <a:moveTo>
                  <a:pt x="111284" y="75204"/>
                </a:moveTo>
                <a:cubicBezTo>
                  <a:pt x="123144" y="68234"/>
                  <a:pt x="133862" y="55847"/>
                  <a:pt x="135678" y="32799"/>
                </a:cubicBezTo>
                <a:lnTo>
                  <a:pt x="120362" y="32799"/>
                </a:lnTo>
                <a:cubicBezTo>
                  <a:pt x="118546" y="50634"/>
                  <a:pt x="115266" y="64486"/>
                  <a:pt x="111284" y="75204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5" name="Text 33"/>
          <p:cNvSpPr/>
          <p:nvPr/>
        </p:nvSpPr>
        <p:spPr>
          <a:xfrm>
            <a:off x="8918797" y="3523591"/>
            <a:ext cx="129323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 Winner Value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56402" y="3823471"/>
            <a:ext cx="288634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56402" y="4085866"/>
            <a:ext cx="285823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Collegewise credit alone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42905" y="4835566"/>
            <a:ext cx="6775416" cy="2024191"/>
          </a:xfrm>
          <a:custGeom>
            <a:avLst/>
            <a:gdLst/>
            <a:ahLst/>
            <a:cxnLst/>
            <a:rect l="l" t="t" r="r" b="b"/>
            <a:pathLst>
              <a:path w="6775416" h="2024191">
                <a:moveTo>
                  <a:pt x="0" y="0"/>
                </a:moveTo>
                <a:lnTo>
                  <a:pt x="6775416" y="0"/>
                </a:lnTo>
                <a:lnTo>
                  <a:pt x="6775416" y="2024191"/>
                </a:lnTo>
                <a:lnTo>
                  <a:pt x="0" y="2024191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39" name="Shape 37"/>
          <p:cNvSpPr/>
          <p:nvPr/>
        </p:nvSpPr>
        <p:spPr>
          <a:xfrm>
            <a:off x="5267816" y="5060477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0" y="0"/>
                </a:moveTo>
                <a:lnTo>
                  <a:pt x="524790" y="0"/>
                </a:lnTo>
                <a:lnTo>
                  <a:pt x="524790" y="524790"/>
                </a:lnTo>
                <a:lnTo>
                  <a:pt x="0" y="52479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5403699" y="5210417"/>
            <a:ext cx="253024" cy="224910"/>
          </a:xfrm>
          <a:custGeom>
            <a:avLst/>
            <a:gdLst/>
            <a:ahLst/>
            <a:cxnLst/>
            <a:rect l="l" t="t" r="r" b="b"/>
            <a:pathLst>
              <a:path w="253024" h="224910">
                <a:moveTo>
                  <a:pt x="137494" y="38305"/>
                </a:moveTo>
                <a:cubicBezTo>
                  <a:pt x="141535" y="35098"/>
                  <a:pt x="144083" y="30134"/>
                  <a:pt x="144083" y="24600"/>
                </a:cubicBezTo>
                <a:cubicBezTo>
                  <a:pt x="144083" y="14892"/>
                  <a:pt x="136220" y="7028"/>
                  <a:pt x="126512" y="7028"/>
                </a:cubicBezTo>
                <a:cubicBezTo>
                  <a:pt x="116804" y="7028"/>
                  <a:pt x="108941" y="14892"/>
                  <a:pt x="108941" y="24600"/>
                </a:cubicBezTo>
                <a:cubicBezTo>
                  <a:pt x="108941" y="30134"/>
                  <a:pt x="111533" y="35098"/>
                  <a:pt x="115530" y="38305"/>
                </a:cubicBezTo>
                <a:lnTo>
                  <a:pt x="85483" y="85571"/>
                </a:lnTo>
                <a:cubicBezTo>
                  <a:pt x="81091" y="92468"/>
                  <a:pt x="71734" y="94181"/>
                  <a:pt x="65189" y="89261"/>
                </a:cubicBezTo>
                <a:lnTo>
                  <a:pt x="39052" y="69713"/>
                </a:lnTo>
                <a:cubicBezTo>
                  <a:pt x="41029" y="66902"/>
                  <a:pt x="42171" y="63432"/>
                  <a:pt x="42171" y="59742"/>
                </a:cubicBezTo>
                <a:cubicBezTo>
                  <a:pt x="42171" y="50034"/>
                  <a:pt x="34308" y="42171"/>
                  <a:pt x="24600" y="42171"/>
                </a:cubicBezTo>
                <a:cubicBezTo>
                  <a:pt x="14892" y="42171"/>
                  <a:pt x="7028" y="50034"/>
                  <a:pt x="7028" y="59742"/>
                </a:cubicBezTo>
                <a:cubicBezTo>
                  <a:pt x="7028" y="69318"/>
                  <a:pt x="14716" y="77137"/>
                  <a:pt x="24248" y="77313"/>
                </a:cubicBezTo>
                <a:lnTo>
                  <a:pt x="38569" y="172856"/>
                </a:lnTo>
                <a:cubicBezTo>
                  <a:pt x="40633" y="186605"/>
                  <a:pt x="52450" y="196796"/>
                  <a:pt x="66375" y="196796"/>
                </a:cubicBezTo>
                <a:lnTo>
                  <a:pt x="186649" y="196796"/>
                </a:lnTo>
                <a:cubicBezTo>
                  <a:pt x="200574" y="196796"/>
                  <a:pt x="212391" y="186605"/>
                  <a:pt x="214455" y="172856"/>
                </a:cubicBezTo>
                <a:lnTo>
                  <a:pt x="228776" y="77313"/>
                </a:lnTo>
                <a:cubicBezTo>
                  <a:pt x="238308" y="77137"/>
                  <a:pt x="245995" y="69318"/>
                  <a:pt x="245995" y="59742"/>
                </a:cubicBezTo>
                <a:cubicBezTo>
                  <a:pt x="245995" y="50034"/>
                  <a:pt x="238132" y="42171"/>
                  <a:pt x="228424" y="42171"/>
                </a:cubicBezTo>
                <a:cubicBezTo>
                  <a:pt x="218716" y="42171"/>
                  <a:pt x="210853" y="50034"/>
                  <a:pt x="210853" y="59742"/>
                </a:cubicBezTo>
                <a:cubicBezTo>
                  <a:pt x="210853" y="63432"/>
                  <a:pt x="211995" y="66902"/>
                  <a:pt x="213972" y="69713"/>
                </a:cubicBezTo>
                <a:lnTo>
                  <a:pt x="187879" y="89305"/>
                </a:lnTo>
                <a:cubicBezTo>
                  <a:pt x="181334" y="94225"/>
                  <a:pt x="171977" y="92512"/>
                  <a:pt x="167584" y="85615"/>
                </a:cubicBezTo>
                <a:lnTo>
                  <a:pt x="137494" y="38305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41" name="Text 39"/>
          <p:cNvSpPr/>
          <p:nvPr/>
        </p:nvSpPr>
        <p:spPr>
          <a:xfrm>
            <a:off x="5942546" y="5060477"/>
            <a:ext cx="1340089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Exclusivity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42546" y="5360357"/>
            <a:ext cx="130260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1A1D2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Availability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67816" y="5772692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39828" y="37485"/>
                </a:moveTo>
                <a:cubicBezTo>
                  <a:pt x="39828" y="18090"/>
                  <a:pt x="55575" y="2343"/>
                  <a:pt x="74970" y="2343"/>
                </a:cubicBezTo>
                <a:cubicBezTo>
                  <a:pt x="94366" y="2343"/>
                  <a:pt x="110112" y="18090"/>
                  <a:pt x="110112" y="37485"/>
                </a:cubicBezTo>
                <a:cubicBezTo>
                  <a:pt x="110112" y="56881"/>
                  <a:pt x="94366" y="72627"/>
                  <a:pt x="74970" y="72627"/>
                </a:cubicBezTo>
                <a:cubicBezTo>
                  <a:pt x="55575" y="72627"/>
                  <a:pt x="39828" y="56881"/>
                  <a:pt x="39828" y="37485"/>
                </a:cubicBezTo>
                <a:close/>
                <a:moveTo>
                  <a:pt x="14057" y="141242"/>
                </a:moveTo>
                <a:cubicBezTo>
                  <a:pt x="14057" y="112396"/>
                  <a:pt x="37426" y="89027"/>
                  <a:pt x="66272" y="89027"/>
                </a:cubicBezTo>
                <a:lnTo>
                  <a:pt x="83668" y="89027"/>
                </a:lnTo>
                <a:cubicBezTo>
                  <a:pt x="112514" y="89027"/>
                  <a:pt x="135883" y="112396"/>
                  <a:pt x="135883" y="141242"/>
                </a:cubicBezTo>
                <a:cubicBezTo>
                  <a:pt x="135883" y="146045"/>
                  <a:pt x="131988" y="149940"/>
                  <a:pt x="127185" y="149940"/>
                </a:cubicBezTo>
                <a:lnTo>
                  <a:pt x="22755" y="149940"/>
                </a:lnTo>
                <a:cubicBezTo>
                  <a:pt x="17952" y="149940"/>
                  <a:pt x="14057" y="146045"/>
                  <a:pt x="14057" y="141242"/>
                </a:cubicBezTo>
                <a:close/>
                <a:moveTo>
                  <a:pt x="179342" y="38861"/>
                </a:moveTo>
                <a:lnTo>
                  <a:pt x="155914" y="76346"/>
                </a:lnTo>
                <a:cubicBezTo>
                  <a:pt x="154684" y="78309"/>
                  <a:pt x="152576" y="79539"/>
                  <a:pt x="150262" y="79656"/>
                </a:cubicBezTo>
                <a:cubicBezTo>
                  <a:pt x="147949" y="79773"/>
                  <a:pt x="145723" y="78719"/>
                  <a:pt x="144347" y="76844"/>
                </a:cubicBezTo>
                <a:lnTo>
                  <a:pt x="130290" y="58102"/>
                </a:lnTo>
                <a:cubicBezTo>
                  <a:pt x="127947" y="54998"/>
                  <a:pt x="128591" y="50605"/>
                  <a:pt x="131695" y="48262"/>
                </a:cubicBezTo>
                <a:cubicBezTo>
                  <a:pt x="134800" y="45919"/>
                  <a:pt x="139192" y="46563"/>
                  <a:pt x="141535" y="49668"/>
                </a:cubicBezTo>
                <a:lnTo>
                  <a:pt x="149442" y="60210"/>
                </a:lnTo>
                <a:lnTo>
                  <a:pt x="167423" y="31423"/>
                </a:lnTo>
                <a:cubicBezTo>
                  <a:pt x="169473" y="28143"/>
                  <a:pt x="173807" y="27118"/>
                  <a:pt x="177117" y="29197"/>
                </a:cubicBezTo>
                <a:cubicBezTo>
                  <a:pt x="180426" y="31277"/>
                  <a:pt x="181422" y="35581"/>
                  <a:pt x="179342" y="3889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5567696" y="5735207"/>
            <a:ext cx="266143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20 seats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available for 2026 Season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77187" y="6110057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90638" y="-5535"/>
                </a:moveTo>
                <a:cubicBezTo>
                  <a:pt x="89437" y="-7878"/>
                  <a:pt x="87006" y="-9371"/>
                  <a:pt x="84371" y="-9371"/>
                </a:cubicBezTo>
                <a:cubicBezTo>
                  <a:pt x="81735" y="-9371"/>
                  <a:pt x="79304" y="-7878"/>
                  <a:pt x="78104" y="-5535"/>
                </a:cubicBezTo>
                <a:lnTo>
                  <a:pt x="56550" y="36694"/>
                </a:lnTo>
                <a:lnTo>
                  <a:pt x="9723" y="44133"/>
                </a:lnTo>
                <a:cubicBezTo>
                  <a:pt x="7116" y="44543"/>
                  <a:pt x="4949" y="46388"/>
                  <a:pt x="4129" y="48906"/>
                </a:cubicBezTo>
                <a:cubicBezTo>
                  <a:pt x="3309" y="51425"/>
                  <a:pt x="3983" y="54178"/>
                  <a:pt x="5828" y="56052"/>
                </a:cubicBezTo>
                <a:lnTo>
                  <a:pt x="39330" y="89583"/>
                </a:lnTo>
                <a:lnTo>
                  <a:pt x="31950" y="136410"/>
                </a:lnTo>
                <a:cubicBezTo>
                  <a:pt x="31540" y="139017"/>
                  <a:pt x="32624" y="141652"/>
                  <a:pt x="34761" y="143204"/>
                </a:cubicBezTo>
                <a:cubicBezTo>
                  <a:pt x="36899" y="144757"/>
                  <a:pt x="39711" y="144991"/>
                  <a:pt x="42083" y="143790"/>
                </a:cubicBezTo>
                <a:lnTo>
                  <a:pt x="84371" y="122295"/>
                </a:lnTo>
                <a:lnTo>
                  <a:pt x="126629" y="143790"/>
                </a:lnTo>
                <a:cubicBezTo>
                  <a:pt x="128972" y="144991"/>
                  <a:pt x="131813" y="144757"/>
                  <a:pt x="133950" y="143204"/>
                </a:cubicBezTo>
                <a:cubicBezTo>
                  <a:pt x="136088" y="141652"/>
                  <a:pt x="137172" y="139046"/>
                  <a:pt x="136762" y="136410"/>
                </a:cubicBezTo>
                <a:lnTo>
                  <a:pt x="129353" y="89583"/>
                </a:lnTo>
                <a:lnTo>
                  <a:pt x="162855" y="56052"/>
                </a:lnTo>
                <a:cubicBezTo>
                  <a:pt x="164729" y="54178"/>
                  <a:pt x="165373" y="51425"/>
                  <a:pt x="164553" y="48906"/>
                </a:cubicBezTo>
                <a:cubicBezTo>
                  <a:pt x="163733" y="46388"/>
                  <a:pt x="161596" y="44543"/>
                  <a:pt x="158960" y="44133"/>
                </a:cubicBezTo>
                <a:lnTo>
                  <a:pt x="112162" y="36694"/>
                </a:lnTo>
                <a:lnTo>
                  <a:pt x="90638" y="-553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5567696" y="6072572"/>
            <a:ext cx="286760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residency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—not a mass-market course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277187" y="6447422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78748" y="15580"/>
                </a:moveTo>
                <a:lnTo>
                  <a:pt x="44601" y="53533"/>
                </a:lnTo>
                <a:cubicBezTo>
                  <a:pt x="43254" y="55027"/>
                  <a:pt x="43313" y="57340"/>
                  <a:pt x="44748" y="58775"/>
                </a:cubicBezTo>
                <a:cubicBezTo>
                  <a:pt x="53680" y="67707"/>
                  <a:pt x="68176" y="67707"/>
                  <a:pt x="77108" y="58775"/>
                </a:cubicBezTo>
                <a:lnTo>
                  <a:pt x="86421" y="49463"/>
                </a:lnTo>
                <a:cubicBezTo>
                  <a:pt x="87650" y="48233"/>
                  <a:pt x="89203" y="47559"/>
                  <a:pt x="90784" y="47442"/>
                </a:cubicBezTo>
                <a:cubicBezTo>
                  <a:pt x="92775" y="47266"/>
                  <a:pt x="94825" y="47940"/>
                  <a:pt x="96348" y="49463"/>
                </a:cubicBezTo>
                <a:lnTo>
                  <a:pt x="148066" y="100741"/>
                </a:lnTo>
                <a:lnTo>
                  <a:pt x="168683" y="84341"/>
                </a:lnTo>
                <a:lnTo>
                  <a:pt x="168683" y="0"/>
                </a:lnTo>
                <a:lnTo>
                  <a:pt x="135883" y="18743"/>
                </a:lnTo>
                <a:lnTo>
                  <a:pt x="128913" y="14086"/>
                </a:lnTo>
                <a:cubicBezTo>
                  <a:pt x="124286" y="11011"/>
                  <a:pt x="118868" y="9371"/>
                  <a:pt x="113304" y="9371"/>
                </a:cubicBezTo>
                <a:lnTo>
                  <a:pt x="92688" y="9371"/>
                </a:lnTo>
                <a:cubicBezTo>
                  <a:pt x="92365" y="9371"/>
                  <a:pt x="92014" y="9371"/>
                  <a:pt x="91692" y="9401"/>
                </a:cubicBezTo>
                <a:cubicBezTo>
                  <a:pt x="86743" y="9664"/>
                  <a:pt x="82086" y="11890"/>
                  <a:pt x="78748" y="15580"/>
                </a:cubicBezTo>
                <a:close/>
                <a:moveTo>
                  <a:pt x="34147" y="44133"/>
                </a:moveTo>
                <a:lnTo>
                  <a:pt x="65423" y="9371"/>
                </a:lnTo>
                <a:lnTo>
                  <a:pt x="53826" y="9371"/>
                </a:lnTo>
                <a:cubicBezTo>
                  <a:pt x="46358" y="9371"/>
                  <a:pt x="39213" y="12329"/>
                  <a:pt x="33942" y="17600"/>
                </a:cubicBezTo>
                <a:lnTo>
                  <a:pt x="0" y="56228"/>
                </a:lnTo>
                <a:lnTo>
                  <a:pt x="0" y="159311"/>
                </a:lnTo>
                <a:lnTo>
                  <a:pt x="42171" y="119483"/>
                </a:lnTo>
                <a:lnTo>
                  <a:pt x="45802" y="122500"/>
                </a:lnTo>
                <a:cubicBezTo>
                  <a:pt x="52538" y="128123"/>
                  <a:pt x="61030" y="131198"/>
                  <a:pt x="69787" y="131198"/>
                </a:cubicBezTo>
                <a:lnTo>
                  <a:pt x="74384" y="131198"/>
                </a:lnTo>
                <a:lnTo>
                  <a:pt x="72334" y="129148"/>
                </a:lnTo>
                <a:cubicBezTo>
                  <a:pt x="69582" y="126395"/>
                  <a:pt x="69582" y="121943"/>
                  <a:pt x="72334" y="119220"/>
                </a:cubicBezTo>
                <a:cubicBezTo>
                  <a:pt x="75087" y="116496"/>
                  <a:pt x="79539" y="116467"/>
                  <a:pt x="82262" y="119220"/>
                </a:cubicBezTo>
                <a:lnTo>
                  <a:pt x="94269" y="131227"/>
                </a:lnTo>
                <a:lnTo>
                  <a:pt x="96905" y="131227"/>
                </a:lnTo>
                <a:cubicBezTo>
                  <a:pt x="102498" y="131227"/>
                  <a:pt x="107974" y="129968"/>
                  <a:pt x="112953" y="127625"/>
                </a:cubicBezTo>
                <a:lnTo>
                  <a:pt x="105134" y="119776"/>
                </a:lnTo>
                <a:cubicBezTo>
                  <a:pt x="102381" y="117024"/>
                  <a:pt x="102381" y="112572"/>
                  <a:pt x="105134" y="109849"/>
                </a:cubicBezTo>
                <a:cubicBezTo>
                  <a:pt x="107887" y="107125"/>
                  <a:pt x="112338" y="107096"/>
                  <a:pt x="115061" y="109849"/>
                </a:cubicBezTo>
                <a:lnTo>
                  <a:pt x="124433" y="119220"/>
                </a:lnTo>
                <a:lnTo>
                  <a:pt x="129558" y="114095"/>
                </a:lnTo>
                <a:cubicBezTo>
                  <a:pt x="132164" y="111489"/>
                  <a:pt x="132925" y="107711"/>
                  <a:pt x="131783" y="104402"/>
                </a:cubicBezTo>
                <a:lnTo>
                  <a:pt x="91399" y="64340"/>
                </a:lnTo>
                <a:lnTo>
                  <a:pt x="87036" y="68703"/>
                </a:lnTo>
                <a:cubicBezTo>
                  <a:pt x="72598" y="83141"/>
                  <a:pt x="49228" y="83141"/>
                  <a:pt x="34791" y="68703"/>
                </a:cubicBezTo>
                <a:cubicBezTo>
                  <a:pt x="28055" y="61967"/>
                  <a:pt x="27792" y="51161"/>
                  <a:pt x="34147" y="4410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5567696" y="6409937"/>
            <a:ext cx="313937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attention</a:t>
            </a:r>
            <a:pPr>
              <a:lnSpc>
                <a:spcPct val="130000"/>
              </a:lnSpc>
            </a:pPr>
            <a:r>
              <a:rPr lang="en-US" sz="118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dedicated AI agents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2a00a3df70b10f3f2214f3bce2fdee9d0d686bc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656" b="76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6B7A8F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15000" y="1190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5" name="Text 2"/>
          <p:cNvSpPr/>
          <p:nvPr/>
        </p:nvSpPr>
        <p:spPr>
          <a:xfrm>
            <a:off x="5914579" y="309563"/>
            <a:ext cx="36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Z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37520" y="1109663"/>
            <a:ext cx="71151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Zero Knowledge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C5A5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into 1 Winning App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6908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8" name="Text 5"/>
          <p:cNvSpPr/>
          <p:nvPr/>
        </p:nvSpPr>
        <p:spPr>
          <a:xfrm>
            <a:off x="2623245" y="2957513"/>
            <a:ext cx="694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ZeroTo1 Academy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22948" y="3567113"/>
            <a:ext cx="4543425" cy="2295525"/>
          </a:xfrm>
          <a:custGeom>
            <a:avLst/>
            <a:gdLst/>
            <a:ahLst/>
            <a:cxnLst/>
            <a:rect l="l" t="t" r="r" b="b"/>
            <a:pathLst>
              <a:path w="4543425" h="2295525">
                <a:moveTo>
                  <a:pt x="0" y="0"/>
                </a:moveTo>
                <a:lnTo>
                  <a:pt x="4543425" y="0"/>
                </a:lnTo>
                <a:lnTo>
                  <a:pt x="4543425" y="2295525"/>
                </a:lnTo>
                <a:lnTo>
                  <a:pt x="0" y="2295525"/>
                </a:lnTo>
                <a:lnTo>
                  <a:pt x="0" y="0"/>
                </a:lnTo>
                <a:close/>
              </a:path>
            </a:pathLst>
          </a:custGeom>
          <a:solidFill>
            <a:srgbClr val="2D3138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042023" y="3871913"/>
            <a:ext cx="127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94411" y="4329113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Seats Available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55741" y="3871913"/>
            <a:ext cx="127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$197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08129" y="4329113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69460" y="3871913"/>
            <a:ext cx="127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5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21847" y="4329113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27748" y="4752975"/>
            <a:ext cx="3933825" cy="9525"/>
          </a:xfrm>
          <a:custGeom>
            <a:avLst/>
            <a:gdLst/>
            <a:ahLst/>
            <a:cxnLst/>
            <a:rect l="l" t="t" r="r" b="b"/>
            <a:pathLst>
              <a:path w="3933825" h="9525">
                <a:moveTo>
                  <a:pt x="0" y="0"/>
                </a:moveTo>
                <a:lnTo>
                  <a:pt x="3933825" y="0"/>
                </a:lnTo>
                <a:lnTo>
                  <a:pt x="39338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084886" y="4986338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– December 2026 Residency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89648" y="5329238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Founded by Vasu Ranganathan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13238" y="6167438"/>
            <a:ext cx="2762250" cy="571500"/>
          </a:xfrm>
          <a:custGeom>
            <a:avLst/>
            <a:gdLst/>
            <a:ahLst/>
            <a:cxnLst/>
            <a:rect l="l" t="t" r="r" b="b"/>
            <a:pathLst>
              <a:path w="2762250" h="571500">
                <a:moveTo>
                  <a:pt x="0" y="0"/>
                </a:moveTo>
                <a:lnTo>
                  <a:pt x="2762250" y="0"/>
                </a:lnTo>
                <a:lnTo>
                  <a:pt x="27622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C5A57A"/>
          </a:solidFill>
          <a:ln/>
        </p:spPr>
      </p:sp>
      <p:sp>
        <p:nvSpPr>
          <p:cNvPr id="20" name="Text 17"/>
          <p:cNvSpPr/>
          <p:nvPr/>
        </p:nvSpPr>
        <p:spPr>
          <a:xfrm>
            <a:off x="4970413" y="6348413"/>
            <a:ext cx="22511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for the 2026 Cohort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ZeroTo1 Academy - From Code to Congress</dc:title>
  <dc:subject>ZeroTo1 Academy - From Code to Congress</dc:subject>
  <dc:creator>Kimi</dc:creator>
  <cp:lastModifiedBy>Kimi</cp:lastModifiedBy>
  <cp:revision>1</cp:revision>
  <dcterms:created xsi:type="dcterms:W3CDTF">2026-03-20T06:47:17Z</dcterms:created>
  <dcterms:modified xsi:type="dcterms:W3CDTF">2026-03-20T06:47:17Z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{"Label":"ZeroTo1 Academy - From Code to Congress","ContentProducer":"001191110108MACG2KBH8F10000","ProduceID":"19d09fd3-1fe2-8736-8000-0000ba026b3d","ReservedCode1":"","ContentPropagator":"001191110108MACG2KBH8F20000","PropagateID":"19d09fd3-1fe2-8736-8000-0000ba026b3d","ReservedCode2":""}</vt:lpwstr>
  </property>
</Properties>
</file>